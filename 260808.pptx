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4951-BF6A-6A82-BEEF-99662D895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20C96-DAB4-1535-4D18-94ECF2524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BAE41-BB7C-C936-C2D9-4CA503C9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8CEB-9F56-AB72-B6FF-F36A9F25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73E6-5092-8F13-E7AA-12F0615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9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FDA2-A031-9246-AAE0-35F94D60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BC9A-6A35-CDE0-C4FD-3B2576546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78D5-FD9F-C1AF-81F9-C5EC24BD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0EC1-2D94-DBF6-69CF-B0778893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16DA6-706D-B2FD-55F4-A19C6E9E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7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E9D1-B854-FB61-96C8-2580F371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09ADC-612D-30F3-590C-49D7B61F2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0E536-0375-5D3B-E433-A2BFED7F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F5553-D208-A8C9-1276-134E646C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6A30-71B7-6B00-DF4B-ABCDEB98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7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6182-BDB6-F06E-E03D-16181A10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7C1C-4A8D-31DB-D8A6-F10E27354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3FC1A-9642-3156-1C64-AEE48608F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ADBEB-50DD-989E-CE28-2BFAE80D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26962-D906-F8CB-E1C7-3484F8E2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AD6EB-25EF-9AE4-061D-0351E776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94F3-3B52-19FB-5D7B-7BBF85F4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7746-35B9-5A51-8919-B44E1547C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F47DE-A7C7-8A25-0EF6-8DCD1392B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D293C-F9BF-CE5D-7C17-D6CC925DF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6C479-AE40-EF25-E8AC-E4379EE96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C74F1-6465-DAD5-FD13-EE7009A7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5FE59-9633-8A64-562A-D45A9E6B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5D3B1-D826-627D-CC7A-E5071D7F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0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A63C-D4E5-B539-FC57-065D9754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7439A-5D02-F318-9988-16160D24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DC949-39FC-C2D2-E078-FF13F666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FF9E0-651A-97AC-A4F5-FE627E77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9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12771-6F8E-B17F-3C29-D4B25912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1AB2F-3C56-E728-74FA-F27D30B1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F4BC4-D50D-DF70-8558-36579C85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8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AB0C-5F0B-1D6A-9AAB-897AE8CF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9738-006C-DF5C-47F6-6B5019BBA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C09EC-CCBA-F31F-995C-A283C6484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1507E-04AE-2F7A-A8AC-FD20F441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E24DE-7694-A77D-95EA-4F2FC0DA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3AFD6-9675-137E-670B-A8CCDC23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9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0132-7D9B-409A-6B1E-6A04F196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5BAE8-28D3-72B2-5DE4-6F796F7CB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590FA-665A-3660-1F0E-4BA5DA665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AD19C-E825-BABA-75D1-3B4857C9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9DE7E-87CD-B822-E045-7CDF1837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3244E-6274-A9E7-4A87-35AB57FE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D8F5-A4F4-FF02-165C-BAF9C239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51C92-A4E0-4319-5A3C-A118226B8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6CAD-806F-5A23-54B7-399ED7D7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B0B37-1A4C-9275-0103-CF7E4527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40D0B-864C-D6DA-461C-3ED8C61F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6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D3AED-FDAE-9882-2DF1-E460A1DD1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AF5EA-B3EF-CDC6-5DD1-F590FB985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0F923-3BE9-C0AB-B180-FB4CF542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C65F2-4B4D-CDCD-5658-21D326D2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E1338-42AE-4371-667E-711FB11F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23236-6532-D6D7-17C7-01A96219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2041D-59B0-1553-8ADC-6CD888F7A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B579A-1A3D-D70D-2B5A-A37B577FC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DA050-A89C-4500-82FD-0FF758466C7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7D1D3-47FF-9C70-232B-534402476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8BB9-6D11-B08D-6621-118C402D6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F6F78-7D7F-47C7-B58D-E79266EF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7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A21BD0-5B51-658B-2DBD-267C41BFA1C2}"/>
                  </a:ext>
                </a:extLst>
              </p:cNvPr>
              <p:cNvSpPr txBox="1"/>
              <p:nvPr/>
            </p:nvSpPr>
            <p:spPr>
              <a:xfrm>
                <a:off x="241386" y="460269"/>
                <a:ext cx="11709229" cy="601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Grating curve equation:</a:t>
                </a:r>
              </a:p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position of each curved grating line is derived from the Bragg diffraction and phase-matching condition relative to the focal point: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m: Grating line integer index (order)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Target center wavelength (e.g., 1.55 µm)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Effective refractive index of the grating region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Refractive index of the upper cladding (oxide or air)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Tilt angle of the input fiber relative to the surface normal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resulting geometry forms a set of ellipses sharing a common focal point at the start of the fiber collection spot.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the inner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first grating line roughly </a:t>
                </a:r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 µm to 20 µm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away from the focal point/apex of the taper to ensure proper mode expansion.</a:t>
                </a:r>
              </a:p>
              <a:p>
                <a:endParaRPr lang="en-US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Wedge opening angle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design: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 range: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(commonly optimized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 angle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accommodates a wider optical footprint and matches larger fiber mode field diameters, but can introduce phase errors at the outer edges.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narrower angle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reduces the footprint and matches compact wire waveguides, but risks scattering loss if compressed too aggressively.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A21BD0-5B51-658B-2DBD-267C41BFA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86" y="460269"/>
                <a:ext cx="11709229" cy="6012993"/>
              </a:xfrm>
              <a:prstGeom prst="rect">
                <a:avLst/>
              </a:prstGeom>
              <a:blipFill>
                <a:blip r:embed="rId2"/>
                <a:stretch>
                  <a:fillRect l="-469" t="-609" r="-781" b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37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EC66-F35E-59BA-FA98-A8C43283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10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16EA-E318-B845-129D-45B5FD29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74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1316-0D7D-D361-51DE-E54BCB460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80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3E2-3F73-B0DD-28CC-E98AF109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90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A7C1-2F71-715E-45EF-9381A61F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97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211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</dc:creator>
  <cp:lastModifiedBy>Marcus P</cp:lastModifiedBy>
  <cp:revision>15</cp:revision>
  <dcterms:created xsi:type="dcterms:W3CDTF">2026-08-08T15:28:47Z</dcterms:created>
  <dcterms:modified xsi:type="dcterms:W3CDTF">2026-08-08T15:55:23Z</dcterms:modified>
</cp:coreProperties>
</file>
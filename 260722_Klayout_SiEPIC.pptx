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7" r:id="rId9"/>
    <p:sldId id="266" r:id="rId10"/>
    <p:sldId id="268" r:id="rId11"/>
    <p:sldId id="271" r:id="rId12"/>
    <p:sldId id="269" r:id="rId13"/>
    <p:sldId id="272" r:id="rId14"/>
    <p:sldId id="273" r:id="rId15"/>
    <p:sldId id="274" r:id="rId16"/>
    <p:sldId id="275" r:id="rId17"/>
    <p:sldId id="276" r:id="rId18"/>
    <p:sldId id="270" r:id="rId19"/>
    <p:sldId id="277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78" r:id="rId28"/>
    <p:sldId id="286" r:id="rId29"/>
    <p:sldId id="287" r:id="rId30"/>
    <p:sldId id="288" r:id="rId31"/>
    <p:sldId id="258" r:id="rId32"/>
    <p:sldId id="289" r:id="rId33"/>
    <p:sldId id="290" r:id="rId34"/>
    <p:sldId id="291" r:id="rId35"/>
    <p:sldId id="293" r:id="rId36"/>
    <p:sldId id="292" r:id="rId37"/>
    <p:sldId id="294" r:id="rId38"/>
    <p:sldId id="295" r:id="rId39"/>
    <p:sldId id="259" r:id="rId40"/>
    <p:sldId id="296" r:id="rId41"/>
    <p:sldId id="299" r:id="rId42"/>
    <p:sldId id="300" r:id="rId43"/>
    <p:sldId id="302" r:id="rId44"/>
    <p:sldId id="303" r:id="rId45"/>
    <p:sldId id="304" r:id="rId46"/>
    <p:sldId id="305" r:id="rId47"/>
    <p:sldId id="306" r:id="rId48"/>
    <p:sldId id="301" r:id="rId49"/>
    <p:sldId id="307" r:id="rId50"/>
    <p:sldId id="309" r:id="rId51"/>
    <p:sldId id="308" r:id="rId52"/>
    <p:sldId id="310" r:id="rId53"/>
    <p:sldId id="311" r:id="rId54"/>
    <p:sldId id="312" r:id="rId55"/>
    <p:sldId id="314" r:id="rId56"/>
    <p:sldId id="315" r:id="rId57"/>
    <p:sldId id="317" r:id="rId58"/>
    <p:sldId id="318" r:id="rId59"/>
    <p:sldId id="316" r:id="rId60"/>
    <p:sldId id="313" r:id="rId61"/>
    <p:sldId id="319" r:id="rId62"/>
    <p:sldId id="320" r:id="rId63"/>
    <p:sldId id="321" r:id="rId64"/>
    <p:sldId id="322" r:id="rId65"/>
    <p:sldId id="297" r:id="rId66"/>
    <p:sldId id="323" r:id="rId67"/>
    <p:sldId id="325" r:id="rId68"/>
    <p:sldId id="324" r:id="rId69"/>
    <p:sldId id="326" r:id="rId70"/>
    <p:sldId id="328" r:id="rId71"/>
    <p:sldId id="329" r:id="rId72"/>
    <p:sldId id="330" r:id="rId73"/>
    <p:sldId id="331" r:id="rId74"/>
    <p:sldId id="332" r:id="rId75"/>
    <p:sldId id="333" r:id="rId76"/>
    <p:sldId id="334" r:id="rId77"/>
    <p:sldId id="327" r:id="rId78"/>
    <p:sldId id="335" r:id="rId79"/>
    <p:sldId id="337" r:id="rId80"/>
    <p:sldId id="338" r:id="rId81"/>
    <p:sldId id="339" r:id="rId82"/>
    <p:sldId id="341" r:id="rId83"/>
    <p:sldId id="340" r:id="rId84"/>
    <p:sldId id="342" r:id="rId85"/>
    <p:sldId id="343" r:id="rId86"/>
    <p:sldId id="344" r:id="rId87"/>
    <p:sldId id="336" r:id="rId88"/>
    <p:sldId id="298" r:id="rId89"/>
    <p:sldId id="345" r:id="rId90"/>
    <p:sldId id="347" r:id="rId91"/>
    <p:sldId id="349" r:id="rId92"/>
    <p:sldId id="351" r:id="rId93"/>
    <p:sldId id="352" r:id="rId94"/>
    <p:sldId id="350" r:id="rId95"/>
    <p:sldId id="353" r:id="rId96"/>
    <p:sldId id="354" r:id="rId97"/>
    <p:sldId id="355" r:id="rId98"/>
    <p:sldId id="356" r:id="rId99"/>
    <p:sldId id="357" r:id="rId100"/>
    <p:sldId id="358" r:id="rId10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86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0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38D09-37A7-72B7-FD61-316C26C88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D77456-A7E0-18C7-6E09-687755C999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23361-CA2F-60E4-3DE8-4E8DB1BEA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2E9A3-E251-4D98-86F4-8EB42B1C58D7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0B57C-FD7E-2AED-1BCE-3EF0DDD69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DBA00-41AE-E6A1-174E-B9CE7C966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71F62-35BD-4E18-9082-F1C90EE78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970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D527C-382C-B705-F931-0B44C9C2C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1D91C-BA41-FD40-E84D-463ED1F03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52E4F-CDC9-7651-B826-4B0255F5B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2E9A3-E251-4D98-86F4-8EB42B1C58D7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1E59F-E3E2-4598-9C3C-9C3226461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49283-5C81-C8E8-2210-3DBE4C220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71F62-35BD-4E18-9082-F1C90EE78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869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A5135-242B-FF89-A000-AC7E78884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ED8B7-3748-058A-9B12-FFDE8CBD0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E8FD7-BC7E-8FA2-DDE1-3A77CBF9D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2E9A3-E251-4D98-86F4-8EB42B1C58D7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FDAC7-5CAD-02FE-5AF3-FA7E52963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7A33C-3761-4AC9-8BDA-74BF3E48F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71F62-35BD-4E18-9082-F1C90EE78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954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478EA-3375-B20B-2A0E-414ED070D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510EF-BB70-820F-929F-79D71A2B08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8A5288-A28A-6C13-493B-36C119E6D4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1FC67F-9757-F717-9259-EC17D0F2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2E9A3-E251-4D98-86F4-8EB42B1C58D7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B78EFC-0313-D883-5040-97616BD39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133D1-7D2A-51BA-87CB-7BBAEEB0E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71F62-35BD-4E18-9082-F1C90EE78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925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24C8B-3BA4-FAB3-A078-B01CC835D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F97AD9-D103-75FA-C943-10D4387DA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2FA295-B9E9-46EF-A733-4231DC786A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BB2913-7A4F-4EF8-C883-A7D3AD72DF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250905-837A-96DC-5936-A1EFE22452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3EFECB-8485-12D2-9A8C-5E813CE79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2E9A3-E251-4D98-86F4-8EB42B1C58D7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E874C3-4CB9-6EC9-82EF-D3ED3DEEA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1F6823-5D8F-DA4B-0030-1254DE774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71F62-35BD-4E18-9082-F1C90EE78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54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6F9B4-718F-BE9D-A708-328D9BCF5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287B42-2145-854F-5334-C02999649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2E9A3-E251-4D98-86F4-8EB42B1C58D7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D3FF38-AE2E-ED25-7CC7-9374E1F78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7B6DE7-A1E7-0144-BFA7-7205B809D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71F62-35BD-4E18-9082-F1C90EE78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122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A9D4DC-ABC1-5170-E24F-CBA2F4827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2E9A3-E251-4D98-86F4-8EB42B1C58D7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8EF128-C498-2EFE-75A4-E2CFB453A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28E36-165B-C3D6-A519-72854B2F5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71F62-35BD-4E18-9082-F1C90EE78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066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551DE-2821-6D44-FAD0-0F1715646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13ADB-F9D7-7446-2E83-D63D80B30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9330C4-7E4D-E25E-A620-0BCC54DA0E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EE29B-D3CF-34DD-4002-4C18B129E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2E9A3-E251-4D98-86F4-8EB42B1C58D7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E2DE7A-EF73-B0A7-FBC1-32677F94A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863453-C837-74E5-6EF0-2E72ADCDE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71F62-35BD-4E18-9082-F1C90EE78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609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623F4-2D83-06A3-AFAD-DCB1D31D1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2837F3-EB7C-4C09-67D3-93129419A4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0DF62-3FED-C80B-A673-286545D6DB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F785CE-8872-4E1E-0368-E3A86F359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2E9A3-E251-4D98-86F4-8EB42B1C58D7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2BBC40-3262-9CE0-303E-21BAF49D4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6A08A3-8736-C2E8-A9C6-006B1416B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71F62-35BD-4E18-9082-F1C90EE78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551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C596B-342B-1363-6F01-FF2D152D0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1F01E3-01D5-8F58-BD06-35CE1648F9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D3F38-08BA-CF98-202C-DA1DE881D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2E9A3-E251-4D98-86F4-8EB42B1C58D7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38CF4-2960-6A74-A6EC-835528A9F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907D4-8433-9AE1-01DC-07ADCCA93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71F62-35BD-4E18-9082-F1C90EE78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444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CFF412-C889-27F3-43D4-92FB68B0BC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890BAA-BD97-71E4-1AD1-0022AB588E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54646-3114-7127-0C9D-918EAE9C8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2E9A3-E251-4D98-86F4-8EB42B1C58D7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FBFD1-FC2D-754D-920D-71EE21E88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6D2F3-6D97-CD5F-8BB9-28D85957E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71F62-35BD-4E18-9082-F1C90EE78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817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3B1F93-B1E2-D13A-10FB-7FD33F0D7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FCADA-D51F-F814-2482-81A9B8866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C5648-C3F7-23A2-D867-F82515E27B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F2E9A3-E251-4D98-86F4-8EB42B1C58D7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17D11-2647-442F-4671-FE0A367FE5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59AEA-15BB-711E-3770-0EC8071804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C71F62-35BD-4E18-9082-F1C90EE78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701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412761-61FF-9C75-BE17-1C69F3331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335" y="149056"/>
            <a:ext cx="9341330" cy="655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915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035B3-707D-B075-65A4-48D1F5981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268886-DE75-1093-4D16-AB4AF1152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660" y="228435"/>
            <a:ext cx="8350679" cy="640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628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7C191-2D4A-6946-732E-3BAC3DED9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9E010D-09E9-C2F4-696B-835E2D8F6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456" y="314165"/>
            <a:ext cx="8503087" cy="622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128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B2664-EE1D-DA78-1B07-FD529BD14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BEDF10-2D6A-8AB9-600E-358BAE055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794" y="342741"/>
            <a:ext cx="8998412" cy="617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281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CFE51-FEFD-E94B-1298-8F00331F3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D4564F-DF7B-A652-E25F-E48D5F132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04" y="209384"/>
            <a:ext cx="10535191" cy="643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432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F90EC-C329-C6F3-3854-096918B3B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4A8AA0-8672-CBB9-4C48-5DC4562D0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048" y="282413"/>
            <a:ext cx="8807903" cy="6293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035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1F9B1-1C39-6277-F6EB-38233831F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A87AB0-4126-3753-6F66-275709953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794" y="580878"/>
            <a:ext cx="8998412" cy="569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781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A777D-90AC-D69F-A9AA-6C9DABCF0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852826-181E-CCEE-2AC5-8178EABBE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186" y="253837"/>
            <a:ext cx="8331628" cy="635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502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B1F01-E4C8-C16C-220E-B6005C383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03F3B6-18DD-C51E-6194-3BDF14F80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188" y="349091"/>
            <a:ext cx="9201623" cy="6159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025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023F9-1505-9656-F4DC-9E09DD6A3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0E40B9-5304-8794-21E5-B3C6D8ADD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69" y="1539778"/>
            <a:ext cx="11906862" cy="3778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310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8D33C-2305-A4DF-AF99-8BCC1F106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C64D2F-D543-8BF9-DC35-707AC793A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609" y="606280"/>
            <a:ext cx="8388781" cy="564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902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8FBFE-9C51-D50F-D06F-CAB7850FD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65F061-96AE-3FB4-F8A4-CD9380958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387" y="0"/>
            <a:ext cx="99032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867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5AED4-02AF-863F-C44E-8DFC6770E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02344D-08D6-9FCD-7CFE-972610745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369" y="720586"/>
            <a:ext cx="10935262" cy="541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60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F07AC-CDD1-8F34-905F-D1AF5FB52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11D5DD-D404-9C8C-D85B-E32D3CB3B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013" y="253837"/>
            <a:ext cx="9207973" cy="635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274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AC232-3996-7190-F59C-53715D598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DC7C27-C606-004B-7001-D85435C98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06" y="0"/>
            <a:ext cx="108777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197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0C624-8549-FCBD-FC87-2AC284D99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612A94-4318-6A91-AD8D-71FD1E6A5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988" y="304639"/>
            <a:ext cx="8230023" cy="6248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5942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89FEC-5EBB-6243-B98E-34CEC617C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95C8D3-B74C-8EA1-F9BA-13143357C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326" y="330040"/>
            <a:ext cx="8725348" cy="61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4593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A1863-3780-ED01-7124-243BC1A6F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51D2B1-D29B-1C69-8259-3A075E98D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829" y="387193"/>
            <a:ext cx="8598342" cy="608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8794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BC631-0207-9175-81DD-1F0D5E96E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11F020-3D03-0F15-920E-A232D8E5A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895" y="342741"/>
            <a:ext cx="8922209" cy="617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2324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3168B-6F38-CFED-0DD7-816199254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4785C6-6BE4-D1D2-F9B2-1839C214F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421" y="330040"/>
            <a:ext cx="8903158" cy="61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4462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D7E76-9BF9-ECE8-0978-5ED477F83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A3F60E-77B0-7428-6DCE-F01F2EFDA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268" y="323690"/>
            <a:ext cx="9017463" cy="621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931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5EAF3-D35D-F64C-730C-F8505B630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05683A-EA10-F867-AFFB-C62B60B89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845" y="406244"/>
            <a:ext cx="8960310" cy="6045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5689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40BA9-75BD-D745-21FD-43B5360B1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142758-CAFE-599A-C332-C1DB5AC4D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794" y="272888"/>
            <a:ext cx="8998412" cy="6312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5955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61650-20F7-7D5E-045C-35D71B0DA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F299A3-DF83-394F-2BE9-5766525AD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953" y="0"/>
            <a:ext cx="9132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0206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9DE1B-D95C-68A7-4D39-726DDFC0B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4BE9DD-12AF-3A96-AF66-8845068DC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319" y="377668"/>
            <a:ext cx="8979361" cy="610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440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6A54A-740E-D5DA-0571-B2A9A274A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CD41A1-E2BB-9259-0C1B-48A4BACB3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596" y="333216"/>
            <a:ext cx="8896807" cy="619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5157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09279-0D8F-C667-5EA8-D328A4E95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824D51-3464-B961-36A0-160AF7B8E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574" y="387193"/>
            <a:ext cx="8788852" cy="608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8522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C1F93-F340-DBE9-A82A-041B9C913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E04390-B4F2-CE96-9BDB-ADB55350A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301464"/>
            <a:ext cx="9106368" cy="625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3939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9010F-6E78-0214-1B77-3A394BB55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2A9937-4705-B71E-AAED-C3ECF119F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217" y="349091"/>
            <a:ext cx="9055565" cy="6159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4217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7BB9A-AD97-00E2-87DC-10597D681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133952-D259-46D4-8958-1BB168A68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421" y="320515"/>
            <a:ext cx="8903158" cy="621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700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3A91D-7A59-3853-8CFC-B1E3D8A8C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2AB171-51F2-EB8F-DF90-99BF35142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326" y="476098"/>
            <a:ext cx="8725348" cy="5905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0297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57230-EFA7-3E5C-9CE4-265FBA271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D60680-91AE-DB65-5566-3C978901F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593" y="272888"/>
            <a:ext cx="8026813" cy="6312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5470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52D53-778A-A5A8-92AD-3F06F4D1B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CCA376-609B-B9F8-BABF-1BAB82F1E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064" y="263362"/>
            <a:ext cx="9169871" cy="633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7362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5E0E3-CC05-AAC8-C98E-377ABDFD8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1199A9-48FD-27BE-4210-D74C26D2D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339" y="358617"/>
            <a:ext cx="8217322" cy="614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8010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6AFFE-1675-FE96-3936-B40DA7EB2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807DBB-F22B-6583-BEC6-66D43A0AA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6425" y="225260"/>
            <a:ext cx="7779150" cy="6407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6191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5D0C0-E929-6321-5EB5-A1264CCC0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3F49E7-15B4-5FD5-2881-45353170F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880" y="425295"/>
            <a:ext cx="8560240" cy="6007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3075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1CB98-AB37-338F-ED1A-81111ACBC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26CE04-BCC2-018B-6F0C-76DAC1CD7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358" y="552302"/>
            <a:ext cx="7455283" cy="5753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7477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47929-214F-A284-F711-48159D41A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E1DB8B-368C-4D51-7FC1-5C0B0086D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464" y="0"/>
            <a:ext cx="96390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3808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3E598-6A81-1A77-13AA-1E90499CE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A41DE3-6DB8-6403-EEDA-FB1AA73EB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522" y="1549303"/>
            <a:ext cx="10820956" cy="375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4866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11828-DFF7-3E88-7475-9D036CCA9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CFDD43-2B82-D03B-0800-6E87B20A1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135" y="482448"/>
            <a:ext cx="8369730" cy="5893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5297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C93B1-B395-8264-2F7B-910613ECF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86DB1D-ECF9-02B8-9F83-B7BFDE494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341" y="425295"/>
            <a:ext cx="9087317" cy="6007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3243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35CEB-AF07-D299-21A1-F542A1C36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BF572A-2C65-1124-77F5-0A80DDB3D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370" y="349091"/>
            <a:ext cx="8941260" cy="6159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0563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A7BD4-9ACA-9348-0637-2DD0A85A6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511FFA-C3F4-5E10-7302-7AD87C9C4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800" y="295114"/>
            <a:ext cx="8744399" cy="6267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4682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C8DC-85E0-BE8C-72C7-902AD057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3C04DD-542E-23C0-BC49-5E939F80C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055" y="444346"/>
            <a:ext cx="8553890" cy="596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678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29F73-453C-EDAF-2657-A2E750C30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50DCC4-FB6D-B3C8-BD32-A27770E40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743" y="761863"/>
            <a:ext cx="9036514" cy="533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5108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A4DD2-D8DE-93EC-F029-E23201B2B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791D0A-3159-2A62-A94F-138178ADE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459" y="9349"/>
            <a:ext cx="9373082" cy="6839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0883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196A1-F575-7388-8E4C-8C64FD241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536FCD-A0A1-8C34-C2D8-DD7FFE0D9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2542" y="387193"/>
            <a:ext cx="3206915" cy="608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2112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CF3E5-FE07-AC2D-FD39-70C59D489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C33915-7401-2EA7-8502-BA9AFB804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048" y="352267"/>
            <a:ext cx="8807903" cy="615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5579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88D4D-49D2-715A-B519-6FE6CFFF1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37A657-E90E-8C70-8521-DBF1618D8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1540" y="0"/>
            <a:ext cx="25689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1509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F0AB9-C205-30AD-87C5-E5B36ACEF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C8AF57-C96F-6C30-A78B-78D04A114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794" y="339566"/>
            <a:ext cx="8998412" cy="617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0465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6D192-9F57-AF9E-85F3-06420BF6E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11BFEC-43B5-918B-8707-AB3B8F5E1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848" y="653907"/>
            <a:ext cx="7836303" cy="555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1554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5480F-9389-56CD-55FB-0A4E91A21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DEE54C-5538-B772-D04E-CE3679C97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0498" y="1844593"/>
            <a:ext cx="2991004" cy="316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364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0939A-6165-676B-8306-18ADA423D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4C312A-2744-619D-13D8-434CF9855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319" y="314165"/>
            <a:ext cx="8979361" cy="622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0911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289A8-7BCB-A7F4-4B50-D30D10386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D3B53E-3701-C3E1-04F8-741EBB653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946" y="333216"/>
            <a:ext cx="8884107" cy="619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6457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1D392-0D86-B78C-9A79-A65DC1806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3EBBC2-C143-A6B6-21F6-85AA7A39A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341" y="0"/>
            <a:ext cx="54613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930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8F4C0-FEDB-6D38-E859-46D3338CB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2E180D-0970-4289-14D8-6A31DA493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290" y="368142"/>
            <a:ext cx="9125419" cy="612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9802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98114-C490-EE10-A090-1D9AA61C4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BDE119-B754-6386-A802-F630BBC48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326" y="330040"/>
            <a:ext cx="8725348" cy="61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988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72D7B-7F7C-9ABF-39A9-CDC53EA52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211E8C-BF2B-C0C5-C027-7112A14D2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299" y="530076"/>
            <a:ext cx="9741401" cy="5797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92280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7C03B-AC19-688C-8C03-0913476E3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C247CD-B820-A68A-EA65-1D294EEE0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86" y="215735"/>
            <a:ext cx="11246428" cy="642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8818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67910-2B46-9466-828D-D736DC748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BA870B-DD94-EC68-8E63-EC775353A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181" y="730111"/>
            <a:ext cx="11449638" cy="539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25175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3D574-229B-FDA4-9F06-0E4EC71FA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026459-55AA-71AC-03C4-DA5224068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15" y="349091"/>
            <a:ext cx="9131769" cy="6159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27543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F2E21-9D9C-3B74-6F5D-8410B79C7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C8BCFB-FB77-F16E-5877-A826ADA11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596" y="1171459"/>
            <a:ext cx="8896807" cy="451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31709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36681-E4F1-8EA8-EF5C-A6CE77F47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39DD11-3ABE-860E-07F7-2A5C70ABB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545" y="358617"/>
            <a:ext cx="8934909" cy="614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62497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3A255-1B3D-2907-2CF9-97C1301C4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4C73D3-233C-E689-0A93-05BDF7C84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690" y="1596931"/>
            <a:ext cx="11068619" cy="3664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80044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A638B-4D96-081C-2A82-3900E9813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8E555A-E2F8-C407-2B63-B9AD8F5BD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331" y="56976"/>
            <a:ext cx="10465338" cy="674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58596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7D006-539D-7492-C711-36499F272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2558A2-8EE6-0660-1E44-49F8CC6ED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647" y="314165"/>
            <a:ext cx="8858705" cy="622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00106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393E2-058A-A2F0-32C7-7A530C793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999AE6-CAB6-D972-66F6-1CA758872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743" y="285588"/>
            <a:ext cx="9036514" cy="628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8324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29901-04DD-711B-1701-8DB44B15E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32150C-ED8D-83B1-E5CB-0A6895EAD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515" y="130005"/>
            <a:ext cx="11074969" cy="65979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F660B0-3377-E2F8-31BD-F3627E176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515" y="130005"/>
            <a:ext cx="11074969" cy="659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37968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042FA-EE85-A63B-5950-A95FEDFCA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3C3BF4-9C8E-81C4-14EA-C5BFFCC19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692" y="330040"/>
            <a:ext cx="9074616" cy="61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14192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8BE06-E7DF-5496-482B-F14DC0426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618475-57D1-4FE0-62F3-114FA594E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275" y="323690"/>
            <a:ext cx="8763450" cy="621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03101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747C5-67D4-C9F9-AC7B-D3D9D5FE8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C9BD68-35FD-0B02-71A3-A807147BB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377668"/>
            <a:ext cx="9188922" cy="610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24515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8414B-416E-53AB-6355-A1764863B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F6ADE9-63A5-E896-E569-B2C122111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845" y="320515"/>
            <a:ext cx="8960310" cy="621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87616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98CF8-A9C5-D354-DD81-E86803039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12AB44-9B62-F327-A37F-386A346DE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441" y="568178"/>
            <a:ext cx="8141118" cy="5721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60108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AB460-72AA-991E-A723-15F7EF6DF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E049F3-45E2-07D7-FC04-6769733EF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421" y="342741"/>
            <a:ext cx="8903158" cy="617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21764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B39F2-2772-A454-80B6-EEFD076EC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8667DF-213A-E43C-779D-65B18B83B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676" y="482448"/>
            <a:ext cx="8712648" cy="5893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5754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F3596-893F-E66D-397E-A52424587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08F30E-7DE2-CD39-803E-9A2DABA33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997" y="349091"/>
            <a:ext cx="8846005" cy="6159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46813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872AD-DA70-DE80-A5E6-3B7CF6363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630D90-5CBF-302C-EE63-032CFDBBB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545" y="676133"/>
            <a:ext cx="8934909" cy="550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67593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CF2DB-A136-B6DD-0333-079C6D4CE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A31944-74EB-EA06-7902-D271A0F35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033" y="580878"/>
            <a:ext cx="8445934" cy="569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0988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A1C2E-892E-CBE2-A307-D09DFA644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2788A9-50E9-0BE0-60B8-97D50642A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421" y="320515"/>
            <a:ext cx="8903158" cy="621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14360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B2436-F896-A646-61DD-D6ACD04F9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63A1A8-C999-F534-7A3E-F4576B1EF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794" y="377668"/>
            <a:ext cx="8998412" cy="610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94386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F410D-7BDE-8CEA-85B3-58FC0745E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9779C4-5B82-4B52-7EA1-7B5F4B86A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911" y="320515"/>
            <a:ext cx="9284177" cy="621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7644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F8638-D139-A6F5-1318-0D52887F8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78783C-EC5D-D368-CA0C-480E6FA97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695" y="330040"/>
            <a:ext cx="7950609" cy="61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67532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3826A-860E-8A52-2FCA-ACEE48967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E56362-AD2D-AF98-8613-18CBBF00B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186" y="561827"/>
            <a:ext cx="8331628" cy="5734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70348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8B50B-59F5-5A8C-0ABD-1DCBEFA5F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C95B85-892D-5DF6-DEC1-541A4E2EA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886" y="301464"/>
            <a:ext cx="8306227" cy="625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11475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15799-A74C-2F08-C2E0-FE282E307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9C4513-1D45-90ED-AC17-51A9957C9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835" y="0"/>
            <a:ext cx="38163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77015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F6EE8-C8EA-EE8F-1ADE-A4B0A7FE4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D10C14-B686-C588-0CF2-95D821CF3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593" y="320515"/>
            <a:ext cx="8026813" cy="621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00657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9A2FB-E16A-6E7E-EDDD-D1A58AA76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BBADCC-7602-0FAE-B69E-BD6EA401B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290" y="863468"/>
            <a:ext cx="9125419" cy="5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73399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C0902-7271-5376-2D88-8CB5E38CE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9C3105-D929-7132-D081-901A73E80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090" y="0"/>
            <a:ext cx="101138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77398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03C22-6346-76E5-B818-31FAFA3B1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781956-3D14-CD30-5673-46F3228B3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150" y="466573"/>
            <a:ext cx="8731699" cy="5924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23341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EDFDD-5988-AF44-C010-229A89682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53E102-AA85-2DD6-9A58-728F1336C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625" y="542776"/>
            <a:ext cx="8750750" cy="577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42359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BCBF7-6010-3CDF-FBAF-FB23389ED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6B578B-452B-E131-0521-1BE8DB254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92" y="0"/>
            <a:ext cx="104598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86083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F9B74-106A-D89B-DBDB-1A732E477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3E401D-7329-EF78-663E-40E69364B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82" y="342741"/>
            <a:ext cx="7512436" cy="617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23990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61B39-DDFB-5164-3E1F-0E9DB75C4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0B8E8D-D6BF-F6BC-2C19-3806B0D04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574" y="368142"/>
            <a:ext cx="8788852" cy="612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61767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21CA4-7066-A2AB-0C73-082EFEE38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EBB459-8BEC-C462-AA97-118B53255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122" y="368142"/>
            <a:ext cx="8877756" cy="612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45457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D59ED-AA1D-8749-740A-2DE942A35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5824C1-4A93-D0B6-7320-4575E4F8E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319" y="310990"/>
            <a:ext cx="8979361" cy="623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06835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487D0-E8C6-4394-C044-D42CA0F0F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7DE4DF-D494-E10A-5714-951F42F50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879" y="101429"/>
            <a:ext cx="10554242" cy="6655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82570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9AF40-64AC-C55F-6F34-30BDEDED0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ABC2F0-73AC-C8B2-A479-32DED1B99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778" y="409420"/>
            <a:ext cx="8636444" cy="603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33770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5E1C3-0546-AA5E-F408-393B7DCD3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6F5096-3101-E9A4-45CC-DB643895C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778" y="368142"/>
            <a:ext cx="8636444" cy="612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64612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07013-4F0E-607A-357F-ABD74B7EB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132454-65ED-4174-F3C1-96E14477B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201" y="437996"/>
            <a:ext cx="8693597" cy="598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28520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72B94-AA25-3E67-0873-6E9ED5D94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C4671B-FD95-C12B-5729-1ADE679FE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845" y="368142"/>
            <a:ext cx="8960310" cy="612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934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0</Words>
  <Application>Microsoft Office PowerPoint</Application>
  <PresentationFormat>Widescreen</PresentationFormat>
  <Paragraphs>0</Paragraphs>
  <Slides>100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Marcus P</dc:creator>
  <cp:lastModifiedBy>Marcus P</cp:lastModifiedBy>
  <cp:revision>99</cp:revision>
  <dcterms:created xsi:type="dcterms:W3CDTF">2026-07-22T14:22:50Z</dcterms:created>
  <dcterms:modified xsi:type="dcterms:W3CDTF">2026-07-22T15:09:10Z</dcterms:modified>
</cp:coreProperties>
</file>
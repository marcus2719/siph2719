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7" r:id="rId3"/>
    <p:sldId id="285" r:id="rId4"/>
    <p:sldId id="258" r:id="rId5"/>
    <p:sldId id="286" r:id="rId6"/>
    <p:sldId id="283" r:id="rId7"/>
    <p:sldId id="259" r:id="rId8"/>
    <p:sldId id="264" r:id="rId9"/>
    <p:sldId id="274" r:id="rId10"/>
    <p:sldId id="260" r:id="rId11"/>
    <p:sldId id="275" r:id="rId12"/>
    <p:sldId id="263" r:id="rId13"/>
    <p:sldId id="276" r:id="rId14"/>
    <p:sldId id="261" r:id="rId15"/>
    <p:sldId id="265" r:id="rId16"/>
    <p:sldId id="277" r:id="rId17"/>
    <p:sldId id="266" r:id="rId18"/>
    <p:sldId id="268" r:id="rId19"/>
    <p:sldId id="278" r:id="rId20"/>
    <p:sldId id="279" r:id="rId21"/>
    <p:sldId id="284" r:id="rId22"/>
    <p:sldId id="267" r:id="rId23"/>
    <p:sldId id="269" r:id="rId24"/>
    <p:sldId id="280" r:id="rId25"/>
    <p:sldId id="262" r:id="rId26"/>
    <p:sldId id="281" r:id="rId27"/>
    <p:sldId id="287" r:id="rId28"/>
    <p:sldId id="282" r:id="rId29"/>
    <p:sldId id="273" r:id="rId30"/>
    <p:sldId id="270"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28B"/>
    <a:srgbClr val="FF9966"/>
    <a:srgbClr val="FF3B3B"/>
    <a:srgbClr val="FFEFEF"/>
    <a:srgbClr val="FF8989"/>
    <a:srgbClr val="FFD5D5"/>
    <a:srgbClr val="FF5B5B"/>
    <a:srgbClr val="FF1919"/>
    <a:srgbClr val="FFC1C1"/>
    <a:srgbClr val="FF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1" autoAdjust="0"/>
    <p:restoredTop sz="94664" autoAdjust="0"/>
  </p:normalViewPr>
  <p:slideViewPr>
    <p:cSldViewPr snapToGrid="0">
      <p:cViewPr varScale="1">
        <p:scale>
          <a:sx n="73" d="100"/>
          <a:sy n="73" d="100"/>
        </p:scale>
        <p:origin x="270"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1F4487-7562-49CB-9070-574B565724DE}" type="datetimeFigureOut">
              <a:rPr lang="zh-TW" altLang="en-US" smtClean="0"/>
              <a:t>2020/2/25</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15F893-DC37-4D86-87E6-4581D5262153}" type="slidenum">
              <a:rPr lang="zh-TW" altLang="en-US" smtClean="0"/>
              <a:t>‹#›</a:t>
            </a:fld>
            <a:endParaRPr lang="zh-TW" altLang="en-US"/>
          </a:p>
        </p:txBody>
      </p:sp>
    </p:spTree>
    <p:extLst>
      <p:ext uri="{BB962C8B-B14F-4D97-AF65-F5344CB8AC3E}">
        <p14:creationId xmlns:p14="http://schemas.microsoft.com/office/powerpoint/2010/main" val="168243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Good afternoon everyone. I’m Wen-</a:t>
            </a:r>
            <a:r>
              <a:rPr lang="en-US" altLang="zh-TW" dirty="0" err="1"/>
              <a:t>Chiuan</a:t>
            </a:r>
            <a:r>
              <a:rPr lang="en-US" altLang="zh-TW" dirty="0"/>
              <a:t> </a:t>
            </a:r>
            <a:r>
              <a:rPr lang="en-US" altLang="zh-TW" dirty="0" err="1"/>
              <a:t>Su</a:t>
            </a:r>
            <a:r>
              <a:rPr lang="en-US" altLang="zh-TW" dirty="0"/>
              <a:t> from National Central University in Taiwan. Today I’m going to talk about ‘’.</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a:t>
            </a:fld>
            <a:endParaRPr lang="zh-TW" altLang="en-US"/>
          </a:p>
        </p:txBody>
      </p:sp>
    </p:spTree>
    <p:extLst>
      <p:ext uri="{BB962C8B-B14F-4D97-AF65-F5344CB8AC3E}">
        <p14:creationId xmlns:p14="http://schemas.microsoft.com/office/powerpoint/2010/main" val="3063978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Here’s the outline.</a:t>
            </a:r>
            <a:r>
              <a:rPr lang="zh-TW" altLang="en-US" dirty="0"/>
              <a:t> </a:t>
            </a:r>
            <a:r>
              <a:rPr lang="en-US" altLang="zh-TW" dirty="0"/>
              <a:t>I</a:t>
            </a:r>
            <a:r>
              <a:rPr lang="zh-TW" altLang="en-US" dirty="0"/>
              <a:t> </a:t>
            </a:r>
            <a:r>
              <a:rPr lang="en-US" altLang="zh-TW" dirty="0"/>
              <a:t>will talk about why and how we study this topic. Then give the results of simulation, fabrication and measurement.</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2</a:t>
            </a:fld>
            <a:endParaRPr lang="zh-TW" altLang="en-US"/>
          </a:p>
        </p:txBody>
      </p:sp>
    </p:spTree>
    <p:extLst>
      <p:ext uri="{BB962C8B-B14F-4D97-AF65-F5344CB8AC3E}">
        <p14:creationId xmlns:p14="http://schemas.microsoft.com/office/powerpoint/2010/main" val="3330989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Let me now just focus on the periodically poled crystal using in SPDC process. In the beginning, many groups are using bulk crystal to generate photon pairs, such as KTP. Then people come up an idea of using waveguide to guide the light into a small area. That can make the efficiency much higher. Then people start to do the research of SPDC in LN waveguide because of some advantages. </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a:t>
            </a:fld>
            <a:endParaRPr lang="zh-TW" altLang="en-US"/>
          </a:p>
        </p:txBody>
      </p:sp>
    </p:spTree>
    <p:extLst>
      <p:ext uri="{BB962C8B-B14F-4D97-AF65-F5344CB8AC3E}">
        <p14:creationId xmlns:p14="http://schemas.microsoft.com/office/powerpoint/2010/main" val="593412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Let me now just focus on the periodically poled crystal using in SPDC process. In the beginning, many groups are using bulk crystal to generate photon pairs, such as KTP. Then people come up an idea of using waveguide to guide the light into a small area. That can make the efficiency much higher. Then people start to do the research of SPDC in LN waveguide because of some advantages. </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a:t>
            </a:fld>
            <a:endParaRPr lang="zh-TW" altLang="en-US"/>
          </a:p>
        </p:txBody>
      </p:sp>
    </p:spTree>
    <p:extLst>
      <p:ext uri="{BB962C8B-B14F-4D97-AF65-F5344CB8AC3E}">
        <p14:creationId xmlns:p14="http://schemas.microsoft.com/office/powerpoint/2010/main" val="2401376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Let me now just focus on the periodically poled crystal using in SPDC process. In the beginning, many groups are using bulk crystal to generate photon pairs, such as KTP. Then people come up an idea of using waveguide to guide the light into a small area. That can make the efficiency much higher. Then people start to do the research of SPDC in LN waveguide because of some advantages. </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a:t>
            </a:fld>
            <a:endParaRPr lang="zh-TW" altLang="en-US"/>
          </a:p>
        </p:txBody>
      </p:sp>
    </p:spTree>
    <p:extLst>
      <p:ext uri="{BB962C8B-B14F-4D97-AF65-F5344CB8AC3E}">
        <p14:creationId xmlns:p14="http://schemas.microsoft.com/office/powerpoint/2010/main" val="1778234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BB2A72F3-CFDC-47A5-BD84-5151C52FCC71}" type="datetime1">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507347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EFDEB7-487C-42DF-921B-20DFBE860413}" type="datetime1">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7" name="標題 1">
            <a:extLst>
              <a:ext uri="{FF2B5EF4-FFF2-40B4-BE49-F238E27FC236}">
                <a16:creationId xmlns:a16="http://schemas.microsoft.com/office/drawing/2014/main" id="{A9C80CDA-619A-450D-B5DC-1D7BF970A551}"/>
              </a:ext>
            </a:extLst>
          </p:cNvPr>
          <p:cNvSpPr>
            <a:spLocks noGrp="1"/>
          </p:cNvSpPr>
          <p:nvPr>
            <p:ph type="title"/>
          </p:nvPr>
        </p:nvSpPr>
        <p:spPr>
          <a:xfrm>
            <a:off x="358346" y="230191"/>
            <a:ext cx="8157004" cy="781178"/>
          </a:xfrm>
          <a:gradFill flip="none" rotWithShape="1">
            <a:gsLst>
              <a:gs pos="0">
                <a:srgbClr val="FF3B3B"/>
              </a:gs>
              <a:gs pos="50000">
                <a:srgbClr val="FF8989"/>
              </a:gs>
              <a:gs pos="90000">
                <a:srgbClr val="FFEFEF"/>
              </a:gs>
            </a:gsLst>
            <a:lin ang="10800000" scaled="1"/>
            <a:tileRect/>
          </a:gradFill>
        </p:spPr>
        <p:txBody>
          <a:bodyPr>
            <a:normAutofit/>
          </a:bodyPr>
          <a:lstStyle/>
          <a:p>
            <a:endParaRPr lang="zh-TW" altLang="en-US" dirty="0">
              <a:latin typeface="Times New Roman" panose="02020603050405020304" pitchFamily="18" charset="0"/>
              <a:cs typeface="Times New Roman" panose="02020603050405020304" pitchFamily="18" charset="0"/>
            </a:endParaRPr>
          </a:p>
        </p:txBody>
      </p:sp>
      <p:sp>
        <p:nvSpPr>
          <p:cNvPr id="8" name="內容版面配置區 2">
            <a:extLst>
              <a:ext uri="{FF2B5EF4-FFF2-40B4-BE49-F238E27FC236}">
                <a16:creationId xmlns:a16="http://schemas.microsoft.com/office/drawing/2014/main" id="{077CEB3E-BF04-4FBD-8AE8-06C3A8FF0E78}"/>
              </a:ext>
            </a:extLst>
          </p:cNvPr>
          <p:cNvSpPr>
            <a:spLocks noGrp="1"/>
          </p:cNvSpPr>
          <p:nvPr>
            <p:ph idx="1"/>
          </p:nvPr>
        </p:nvSpPr>
        <p:spPr>
          <a:xfrm>
            <a:off x="358346" y="1495168"/>
            <a:ext cx="8157004" cy="4861183"/>
          </a:xfrm>
        </p:spPr>
        <p:txBody>
          <a:bodyPr/>
          <a:lstStyle/>
          <a:p>
            <a:endParaRPr lang="zh-TW" altLang="en-US"/>
          </a:p>
        </p:txBody>
      </p:sp>
      <p:sp>
        <p:nvSpPr>
          <p:cNvPr id="9" name="投影片編號版面配置區 4">
            <a:extLst>
              <a:ext uri="{FF2B5EF4-FFF2-40B4-BE49-F238E27FC236}">
                <a16:creationId xmlns:a16="http://schemas.microsoft.com/office/drawing/2014/main" id="{D2A28A93-396B-4758-9CD9-E20102CD2806}"/>
              </a:ext>
            </a:extLst>
          </p:cNvPr>
          <p:cNvSpPr txBox="1">
            <a:spLocks/>
          </p:cNvSpPr>
          <p:nvPr userDrawn="1"/>
        </p:nvSpPr>
        <p:spPr>
          <a:xfrm>
            <a:off x="8515350" y="6356351"/>
            <a:ext cx="471101"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9A51F5D-0E00-425F-A9D9-084622BDD753}" type="slidenum">
              <a:rPr lang="zh-TW" altLang="en-US" b="1" smtClean="0">
                <a:latin typeface="Times New Roman" panose="02020603050405020304" pitchFamily="18" charset="0"/>
                <a:cs typeface="Times New Roman" panose="02020603050405020304" pitchFamily="18" charset="0"/>
              </a:rPr>
              <a:pPr/>
              <a:t>‹#›</a:t>
            </a:fld>
            <a:endParaRPr lang="zh-TW" altLang="en-US" b="1"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820187E2-F4F7-4F83-AEAF-FF47B9E0253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Tree>
    <p:extLst>
      <p:ext uri="{BB962C8B-B14F-4D97-AF65-F5344CB8AC3E}">
        <p14:creationId xmlns:p14="http://schemas.microsoft.com/office/powerpoint/2010/main" val="151504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40E35476-4D69-49D3-A4AE-FE8F992474FC}" type="datetime1">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2422479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D08FE7CF-C787-42D0-B6F7-998CB8B041BB}" type="datetime1">
              <a:rPr lang="zh-TW" altLang="en-US" smtClean="0"/>
              <a:t>2020/2/25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1285564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82755801-D10B-4A91-914C-B0D76EAD9F7E}" type="datetime1">
              <a:rPr lang="zh-TW" altLang="en-US" smtClean="0"/>
              <a:t>2020/2/25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211464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9A7E154-66E7-40C9-8176-4598904E7BA5}" type="datetime1">
              <a:rPr lang="zh-TW" altLang="en-US" smtClean="0"/>
              <a:t>2020/2/25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196732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7CE2F4-69C8-4191-82B7-3D4616B7D6E5}" type="datetime1">
              <a:rPr lang="zh-TW" altLang="en-US" smtClean="0"/>
              <a:t>2020/2/25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3798142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93AA03D4-309A-4259-B2CF-E5FF98EF7EDE}" type="datetime1">
              <a:rPr lang="zh-TW" altLang="en-US" smtClean="0"/>
              <a:t>2020/2/25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1730682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44231EB3-61FC-488D-922F-AAC934CBE645}" type="datetime1">
              <a:rPr lang="zh-TW" altLang="en-US" smtClean="0"/>
              <a:t>2020/2/25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2698451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ED409813-1315-45D7-BA3B-334175092FEE}" type="datetime1">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126584875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EEFD58A-A10C-43D9-A6AB-6D1E74EEB1F2}" type="datetime1">
              <a:rPr lang="zh-TW" altLang="en-US" smtClean="0"/>
              <a:t>2020/2/25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2879117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7CF6D0-B864-411A-AB80-0A4E50566E6A}" type="datetime1">
              <a:rPr lang="zh-TW" altLang="en-US" smtClean="0"/>
              <a:t>2020/2/25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A51F5D-0E00-425F-A9D9-084622BDD753}" type="slidenum">
              <a:rPr lang="zh-TW" altLang="en-US" smtClean="0"/>
              <a:t>‹#›</a:t>
            </a:fld>
            <a:endParaRPr lang="zh-TW" altLang="en-US"/>
          </a:p>
        </p:txBody>
      </p:sp>
    </p:spTree>
    <p:extLst>
      <p:ext uri="{BB962C8B-B14F-4D97-AF65-F5344CB8AC3E}">
        <p14:creationId xmlns:p14="http://schemas.microsoft.com/office/powerpoint/2010/main" val="13413628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1.gif"/></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gif"/><Relationship Id="rId7"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jpg"/></Relationships>
</file>

<file path=ppt/slides/_rels/slide4.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image" Target="../media/image24.jpg"/><Relationship Id="rId3" Type="http://schemas.openxmlformats.org/officeDocument/2006/relationships/image" Target="../media/image1.gif"/><Relationship Id="rId7" Type="http://schemas.openxmlformats.org/officeDocument/2006/relationships/image" Target="../media/image18.jpg"/><Relationship Id="rId12" Type="http://schemas.openxmlformats.org/officeDocument/2006/relationships/image" Target="../media/image23.jpg"/><Relationship Id="rId2" Type="http://schemas.openxmlformats.org/officeDocument/2006/relationships/notesSlide" Target="../notesSlides/notesSlide4.xml"/><Relationship Id="rId16"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7.jpg"/><Relationship Id="rId11" Type="http://schemas.openxmlformats.org/officeDocument/2006/relationships/image" Target="../media/image22.jpg"/><Relationship Id="rId5" Type="http://schemas.openxmlformats.org/officeDocument/2006/relationships/image" Target="../media/image16.jpg"/><Relationship Id="rId15" Type="http://schemas.openxmlformats.org/officeDocument/2006/relationships/image" Target="../media/image26.png"/><Relationship Id="rId10" Type="http://schemas.openxmlformats.org/officeDocument/2006/relationships/image" Target="../media/image21.jpg"/><Relationship Id="rId4" Type="http://schemas.openxmlformats.org/officeDocument/2006/relationships/image" Target="../media/image15.jpg"/><Relationship Id="rId9" Type="http://schemas.openxmlformats.org/officeDocument/2006/relationships/image" Target="../media/image20.jpeg"/><Relationship Id="rId1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0.png"/><Relationship Id="rId5" Type="http://schemas.openxmlformats.org/officeDocument/2006/relationships/image" Target="../media/image21.png"/><Relationship Id="rId10" Type="http://schemas.openxmlformats.org/officeDocument/2006/relationships/image" Target="../media/image260.png"/><Relationship Id="rId4" Type="http://schemas.openxmlformats.org/officeDocument/2006/relationships/image" Target="../media/image20.png"/><Relationship Id="rId9" Type="http://schemas.openxmlformats.org/officeDocument/2006/relationships/image" Target="../media/image250.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90.png"/><Relationship Id="rId7" Type="http://schemas.openxmlformats.org/officeDocument/2006/relationships/image" Target="../media/image30.png"/><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270.png"/><Relationship Id="rId5" Type="http://schemas.openxmlformats.org/officeDocument/2006/relationships/image" Target="../media/image281.png"/><Relationship Id="rId10" Type="http://schemas.openxmlformats.org/officeDocument/2006/relationships/image" Target="../media/image33.png"/><Relationship Id="rId4" Type="http://schemas.openxmlformats.org/officeDocument/2006/relationships/image" Target="../media/image200.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90.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gif"/><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1.gif"/><Relationship Id="rId7" Type="http://schemas.microsoft.com/office/2007/relationships/hdphoto" Target="../media/hdphoto1.wdp"/><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jpe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1.png"/><Relationship Id="rId5" Type="http://schemas.microsoft.com/office/2007/relationships/hdphoto" Target="../media/hdphoto2.wdp"/><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1.gif"/></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jpg"/></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1.gif"/><Relationship Id="rId5" Type="http://schemas.microsoft.com/office/2007/relationships/hdphoto" Target="../media/hdphoto4.wdp"/><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680.png"/><Relationship Id="rId4" Type="http://schemas.openxmlformats.org/officeDocument/2006/relationships/image" Target="../media/image670.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234533-BEA9-4A18-9485-B6C4C79A7A38}"/>
              </a:ext>
            </a:extLst>
          </p:cNvPr>
          <p:cNvSpPr>
            <a:spLocks noGrp="1"/>
          </p:cNvSpPr>
          <p:nvPr>
            <p:ph type="ctrTitle"/>
          </p:nvPr>
        </p:nvSpPr>
        <p:spPr>
          <a:xfrm>
            <a:off x="376878" y="2056505"/>
            <a:ext cx="8390238" cy="1677230"/>
          </a:xfrm>
        </p:spPr>
        <p:txBody>
          <a:bodyPr>
            <a:noAutofit/>
          </a:bodyPr>
          <a:lstStyle/>
          <a:p>
            <a:r>
              <a:rPr lang="en-US" altLang="zh-TW" sz="3600" b="1" dirty="0">
                <a:latin typeface="Times New Roman" panose="02020603050405020304" pitchFamily="18" charset="0"/>
                <a:cs typeface="Times New Roman" panose="02020603050405020304" pitchFamily="18" charset="0"/>
              </a:rPr>
              <a:t>Nonperiodic optical superlattice lithium niobite waveguides for the generation of polarization entanglement</a:t>
            </a:r>
            <a:endParaRPr lang="zh-TW" altLang="en-US" sz="36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78A8EDA2-FD23-4A7B-8709-1F81C6B92E81}"/>
              </a:ext>
            </a:extLst>
          </p:cNvPr>
          <p:cNvSpPr>
            <a:spLocks noGrp="1"/>
          </p:cNvSpPr>
          <p:nvPr>
            <p:ph type="subTitle" idx="1"/>
          </p:nvPr>
        </p:nvSpPr>
        <p:spPr>
          <a:xfrm>
            <a:off x="685797" y="4154011"/>
            <a:ext cx="7772399" cy="471830"/>
          </a:xfrm>
        </p:spPr>
        <p:txBody>
          <a:bodyPr>
            <a:normAutofit/>
          </a:bodyPr>
          <a:lstStyle/>
          <a:p>
            <a:r>
              <a:rPr lang="de-DE" altLang="zh-TW" sz="1800" dirty="0">
                <a:latin typeface="Times New Roman" panose="02020603050405020304" pitchFamily="18" charset="0"/>
                <a:cs typeface="Times New Roman" panose="02020603050405020304" pitchFamily="18" charset="0"/>
              </a:rPr>
              <a:t>Wen-Chiuan Su</a:t>
            </a:r>
            <a:r>
              <a:rPr lang="de-DE" altLang="zh-TW" sz="1800" cap="small" baseline="30000" dirty="0">
                <a:latin typeface="Times New Roman" panose="02020603050405020304" pitchFamily="18" charset="0"/>
                <a:cs typeface="Times New Roman" panose="02020603050405020304" pitchFamily="18" charset="0"/>
              </a:rPr>
              <a:t>1</a:t>
            </a:r>
            <a:r>
              <a:rPr lang="de-DE" altLang="zh-TW" sz="1800" dirty="0">
                <a:latin typeface="Times New Roman" panose="02020603050405020304" pitchFamily="18" charset="0"/>
                <a:cs typeface="Times New Roman" panose="02020603050405020304" pitchFamily="18" charset="0"/>
              </a:rPr>
              <a:t>, Jasleen Lugani</a:t>
            </a:r>
            <a:r>
              <a:rPr lang="de-DE" altLang="zh-TW" sz="1800" cap="small" baseline="30000" dirty="0">
                <a:latin typeface="Times New Roman" panose="02020603050405020304" pitchFamily="18" charset="0"/>
                <a:cs typeface="Times New Roman" panose="02020603050405020304" pitchFamily="18" charset="0"/>
              </a:rPr>
              <a:t>2</a:t>
            </a:r>
            <a:r>
              <a:rPr lang="de-DE" altLang="zh-TW" sz="1800" dirty="0">
                <a:latin typeface="Times New Roman" panose="02020603050405020304" pitchFamily="18" charset="0"/>
                <a:cs typeface="Times New Roman" panose="02020603050405020304" pitchFamily="18" charset="0"/>
              </a:rPr>
              <a:t>, Frank Setzpfandt</a:t>
            </a:r>
            <a:r>
              <a:rPr lang="de-DE" altLang="zh-TW" sz="1800" cap="small" baseline="30000" dirty="0">
                <a:latin typeface="Times New Roman" panose="02020603050405020304" pitchFamily="18" charset="0"/>
                <a:cs typeface="Times New Roman" panose="02020603050405020304" pitchFamily="18" charset="0"/>
              </a:rPr>
              <a:t>2</a:t>
            </a:r>
            <a:r>
              <a:rPr lang="de-DE" altLang="zh-TW" sz="1800" dirty="0">
                <a:latin typeface="Times New Roman" panose="02020603050405020304" pitchFamily="18" charset="0"/>
                <a:cs typeface="Times New Roman" panose="02020603050405020304" pitchFamily="18" charset="0"/>
              </a:rPr>
              <a:t>, and Yen-Hung Chen</a:t>
            </a:r>
            <a:r>
              <a:rPr lang="de-DE" altLang="zh-TW" sz="1800" cap="small" baseline="30000" dirty="0">
                <a:latin typeface="Times New Roman" panose="02020603050405020304" pitchFamily="18" charset="0"/>
                <a:cs typeface="Times New Roman" panose="02020603050405020304" pitchFamily="18" charset="0"/>
              </a:rPr>
              <a:t>1</a:t>
            </a:r>
            <a:endParaRPr lang="zh-TW" altLang="en-US" sz="18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F9D8F63-E862-4B05-99E1-AF95BB756F5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53085" y="1031873"/>
            <a:ext cx="1345023" cy="716315"/>
          </a:xfrm>
          <a:prstGeom prst="rect">
            <a:avLst/>
          </a:prstGeom>
        </p:spPr>
      </p:pic>
      <p:sp>
        <p:nvSpPr>
          <p:cNvPr id="6" name="投影片編號版面配置區 5">
            <a:extLst>
              <a:ext uri="{FF2B5EF4-FFF2-40B4-BE49-F238E27FC236}">
                <a16:creationId xmlns:a16="http://schemas.microsoft.com/office/drawing/2014/main" id="{577D8087-26B7-43A9-B122-0EF665805D3E}"/>
              </a:ext>
            </a:extLst>
          </p:cNvPr>
          <p:cNvSpPr>
            <a:spLocks noGrp="1"/>
          </p:cNvSpPr>
          <p:nvPr>
            <p:ph type="sldNum" sz="quarter" idx="12"/>
          </p:nvPr>
        </p:nvSpPr>
        <p:spPr>
          <a:xfrm>
            <a:off x="8514000" y="6357600"/>
            <a:ext cx="471600"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a:t>
            </a:fld>
            <a:endParaRPr lang="zh-TW" altLang="en-US" b="1"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78492137-2AC3-4946-AF33-C722FC07EC57}"/>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t="29009" b="20901"/>
          <a:stretch/>
        </p:blipFill>
        <p:spPr>
          <a:xfrm>
            <a:off x="158400" y="145266"/>
            <a:ext cx="1894685" cy="1342445"/>
          </a:xfrm>
          <a:prstGeom prst="rect">
            <a:avLst/>
          </a:prstGeom>
        </p:spPr>
      </p:pic>
      <p:pic>
        <p:nvPicPr>
          <p:cNvPr id="7" name="圖片 6">
            <a:extLst>
              <a:ext uri="{FF2B5EF4-FFF2-40B4-BE49-F238E27FC236}">
                <a16:creationId xmlns:a16="http://schemas.microsoft.com/office/drawing/2014/main" id="{D3E3A93F-D19B-4B9D-B4FA-D99AFFC42A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4876" y="905132"/>
            <a:ext cx="2720724" cy="847610"/>
          </a:xfrm>
          <a:prstGeom prst="rect">
            <a:avLst/>
          </a:prstGeom>
        </p:spPr>
      </p:pic>
      <p:pic>
        <p:nvPicPr>
          <p:cNvPr id="10" name="圖片 9">
            <a:extLst>
              <a:ext uri="{FF2B5EF4-FFF2-40B4-BE49-F238E27FC236}">
                <a16:creationId xmlns:a16="http://schemas.microsoft.com/office/drawing/2014/main" id="{3B02B83F-F95D-4AD2-8680-06AC460BC490}"/>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4376799" y="-3098"/>
            <a:ext cx="2926364" cy="1167497"/>
          </a:xfrm>
          <a:prstGeom prst="rect">
            <a:avLst/>
          </a:prstGeom>
        </p:spPr>
      </p:pic>
      <p:sp>
        <p:nvSpPr>
          <p:cNvPr id="11" name="副標題 2">
            <a:extLst>
              <a:ext uri="{FF2B5EF4-FFF2-40B4-BE49-F238E27FC236}">
                <a16:creationId xmlns:a16="http://schemas.microsoft.com/office/drawing/2014/main" id="{C74ED83B-F0C3-45D6-B5E4-6F8B4B12F5E7}"/>
              </a:ext>
            </a:extLst>
          </p:cNvPr>
          <p:cNvSpPr txBox="1">
            <a:spLocks/>
          </p:cNvSpPr>
          <p:nvPr/>
        </p:nvSpPr>
        <p:spPr>
          <a:xfrm>
            <a:off x="685797" y="4898164"/>
            <a:ext cx="7772399" cy="64850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200" baseline="30000" dirty="0">
                <a:latin typeface="Times New Roman" panose="02020603050405020304" pitchFamily="18" charset="0"/>
                <a:cs typeface="Times New Roman" panose="02020603050405020304" pitchFamily="18" charset="0"/>
              </a:rPr>
              <a:t>1</a:t>
            </a:r>
            <a:r>
              <a:rPr lang="en-US" altLang="zh-TW" sz="1200" dirty="0">
                <a:latin typeface="Times New Roman" panose="02020603050405020304" pitchFamily="18" charset="0"/>
                <a:cs typeface="Times New Roman" panose="02020603050405020304" pitchFamily="18" charset="0"/>
              </a:rPr>
              <a:t>Department of Optics and Photonics, National Central University, Taiwan (R.O.C.)</a:t>
            </a:r>
            <a:endParaRPr lang="zh-TW" altLang="zh-TW" sz="1200" i="1" dirty="0">
              <a:latin typeface="Times New Roman" panose="02020603050405020304" pitchFamily="18" charset="0"/>
              <a:cs typeface="Times New Roman" panose="02020603050405020304" pitchFamily="18" charset="0"/>
            </a:endParaRPr>
          </a:p>
          <a:p>
            <a:r>
              <a:rPr lang="en-US" altLang="zh-TW" sz="1200" baseline="30000" dirty="0">
                <a:latin typeface="Times New Roman" panose="02020603050405020304" pitchFamily="18" charset="0"/>
                <a:cs typeface="Times New Roman" panose="02020603050405020304" pitchFamily="18" charset="0"/>
              </a:rPr>
              <a:t>2</a:t>
            </a:r>
            <a:r>
              <a:rPr lang="en-US" altLang="zh-TW" sz="1200" dirty="0">
                <a:latin typeface="Times New Roman" panose="02020603050405020304" pitchFamily="18" charset="0"/>
                <a:cs typeface="Times New Roman" panose="02020603050405020304" pitchFamily="18" charset="0"/>
              </a:rPr>
              <a:t>Institute of Applied Physics, Friedrich-Schiller-University Jena, Germany</a:t>
            </a:r>
            <a:endParaRPr lang="zh-TW" altLang="en-US" sz="1200" dirty="0">
              <a:latin typeface="Times New Roman" panose="02020603050405020304" pitchFamily="18" charset="0"/>
              <a:cs typeface="Times New Roman" panose="02020603050405020304" pitchFamily="18" charset="0"/>
            </a:endParaRPr>
          </a:p>
        </p:txBody>
      </p:sp>
      <p:sp>
        <p:nvSpPr>
          <p:cNvPr id="12" name="Text Box 8">
            <a:extLst>
              <a:ext uri="{FF2B5EF4-FFF2-40B4-BE49-F238E27FC236}">
                <a16:creationId xmlns:a16="http://schemas.microsoft.com/office/drawing/2014/main" id="{DE84F27E-EEE1-4692-8235-6F721FB5F247}"/>
              </a:ext>
            </a:extLst>
          </p:cNvPr>
          <p:cNvSpPr txBox="1">
            <a:spLocks noChangeArrowheads="1"/>
          </p:cNvSpPr>
          <p:nvPr/>
        </p:nvSpPr>
        <p:spPr bwMode="auto">
          <a:xfrm>
            <a:off x="685798" y="5818991"/>
            <a:ext cx="7772399"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新細明體" pitchFamily="18" charset="-120"/>
              </a:defRPr>
            </a:lvl1pPr>
            <a:lvl2pPr marL="742950" indent="-285750">
              <a:defRPr>
                <a:solidFill>
                  <a:schemeClr val="tx1"/>
                </a:solidFill>
                <a:latin typeface="Arial" charset="0"/>
                <a:ea typeface="新細明體" pitchFamily="18" charset="-120"/>
              </a:defRPr>
            </a:lvl2pPr>
            <a:lvl3pPr marL="1143000" indent="-228600">
              <a:defRPr>
                <a:solidFill>
                  <a:schemeClr val="tx1"/>
                </a:solidFill>
                <a:latin typeface="Arial" charset="0"/>
                <a:ea typeface="新細明體" pitchFamily="18" charset="-120"/>
              </a:defRPr>
            </a:lvl3pPr>
            <a:lvl4pPr marL="1600200" indent="-228600">
              <a:defRPr>
                <a:solidFill>
                  <a:schemeClr val="tx1"/>
                </a:solidFill>
                <a:latin typeface="Arial" charset="0"/>
                <a:ea typeface="新細明體" pitchFamily="18" charset="-120"/>
              </a:defRPr>
            </a:lvl4pPr>
            <a:lvl5pPr marL="2057400" indent="-228600">
              <a:defRPr>
                <a:solidFill>
                  <a:schemeClr val="tx1"/>
                </a:solidFill>
                <a:latin typeface="Arial" charset="0"/>
                <a:ea typeface="新細明體" pitchFamily="18" charset="-120"/>
              </a:defRPr>
            </a:lvl5pPr>
            <a:lvl6pPr marL="2514600" indent="-228600" fontAlgn="base">
              <a:spcBef>
                <a:spcPct val="0"/>
              </a:spcBef>
              <a:spcAft>
                <a:spcPct val="0"/>
              </a:spcAft>
              <a:defRPr>
                <a:solidFill>
                  <a:schemeClr val="tx1"/>
                </a:solidFill>
                <a:latin typeface="Arial" charset="0"/>
                <a:ea typeface="新細明體" pitchFamily="18" charset="-120"/>
              </a:defRPr>
            </a:lvl6pPr>
            <a:lvl7pPr marL="2971800" indent="-228600" fontAlgn="base">
              <a:spcBef>
                <a:spcPct val="0"/>
              </a:spcBef>
              <a:spcAft>
                <a:spcPct val="0"/>
              </a:spcAft>
              <a:defRPr>
                <a:solidFill>
                  <a:schemeClr val="tx1"/>
                </a:solidFill>
                <a:latin typeface="Arial" charset="0"/>
                <a:ea typeface="新細明體" pitchFamily="18" charset="-120"/>
              </a:defRPr>
            </a:lvl7pPr>
            <a:lvl8pPr marL="3429000" indent="-228600" fontAlgn="base">
              <a:spcBef>
                <a:spcPct val="0"/>
              </a:spcBef>
              <a:spcAft>
                <a:spcPct val="0"/>
              </a:spcAft>
              <a:defRPr>
                <a:solidFill>
                  <a:schemeClr val="tx1"/>
                </a:solidFill>
                <a:latin typeface="Arial" charset="0"/>
                <a:ea typeface="新細明體" pitchFamily="18" charset="-120"/>
              </a:defRPr>
            </a:lvl8pPr>
            <a:lvl9pPr marL="3886200" indent="-228600" fontAlgn="base">
              <a:spcBef>
                <a:spcPct val="0"/>
              </a:spcBef>
              <a:spcAft>
                <a:spcPct val="0"/>
              </a:spcAft>
              <a:defRPr>
                <a:solidFill>
                  <a:schemeClr val="tx1"/>
                </a:solidFill>
                <a:latin typeface="Arial" charset="0"/>
                <a:ea typeface="新細明體" pitchFamily="18" charset="-120"/>
              </a:defRPr>
            </a:lvl9pPr>
          </a:lstStyle>
          <a:p>
            <a:pPr algn="ctr" fontAlgn="base">
              <a:spcBef>
                <a:spcPct val="0"/>
              </a:spcBef>
              <a:spcAft>
                <a:spcPct val="0"/>
              </a:spcAft>
            </a:pPr>
            <a:r>
              <a:rPr kumimoji="1" lang="en-US" altLang="zh-TW" sz="1500" b="1" dirty="0">
                <a:solidFill>
                  <a:srgbClr val="990033"/>
                </a:solidFill>
                <a:latin typeface="Times New Roman" pitchFamily="18" charset="0"/>
              </a:rPr>
              <a:t>Acknowledgement </a:t>
            </a:r>
            <a:endParaRPr kumimoji="1" lang="en-US" altLang="zh-TW" sz="1500" i="1" dirty="0">
              <a:solidFill>
                <a:srgbClr val="990033"/>
              </a:solidFill>
              <a:latin typeface="Times New Roman" pitchFamily="18" charset="0"/>
            </a:endParaRPr>
          </a:p>
          <a:p>
            <a:pPr algn="ctr" fontAlgn="base">
              <a:spcBef>
                <a:spcPct val="0"/>
              </a:spcBef>
              <a:spcAft>
                <a:spcPct val="0"/>
              </a:spcAft>
            </a:pPr>
            <a:r>
              <a:rPr kumimoji="1" lang="en-US" altLang="zh-TW" sz="1300" i="1" dirty="0">
                <a:solidFill>
                  <a:srgbClr val="000000"/>
                </a:solidFill>
                <a:latin typeface="Times New Roman" pitchFamily="18" charset="0"/>
              </a:rPr>
              <a:t>This work was supported by the </a:t>
            </a:r>
            <a:r>
              <a:rPr kumimoji="1" lang="en-US" altLang="zh-TW" sz="1400" i="1" dirty="0">
                <a:solidFill>
                  <a:srgbClr val="000000"/>
                </a:solidFill>
                <a:latin typeface="Times New Roman" pitchFamily="18" charset="0"/>
              </a:rPr>
              <a:t>Ministry of Science and Technology of Taiwan (MOST)</a:t>
            </a:r>
          </a:p>
        </p:txBody>
      </p:sp>
    </p:spTree>
    <p:extLst>
      <p:ext uri="{BB962C8B-B14F-4D97-AF65-F5344CB8AC3E}">
        <p14:creationId xmlns:p14="http://schemas.microsoft.com/office/powerpoint/2010/main" val="2616903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358346" y="230191"/>
            <a:ext cx="8157004" cy="781178"/>
          </a:xfrm>
          <a:gradFill flip="none" rotWithShape="1">
            <a:gsLst>
              <a:gs pos="0">
                <a:srgbClr val="FF3B3B"/>
              </a:gs>
              <a:gs pos="50000">
                <a:srgbClr val="FF8989"/>
              </a:gs>
              <a:gs pos="90000">
                <a:srgbClr val="FFEFEF"/>
              </a:gs>
            </a:gsLst>
            <a:lin ang="10800000" scaled="1"/>
            <a:tileRect/>
          </a:gradFill>
        </p:spPr>
        <p:txBody>
          <a:bodyPr>
            <a:normAutofit/>
          </a:bodyPr>
          <a:lstStyle/>
          <a:p>
            <a:r>
              <a:rPr lang="en-US" altLang="zh-TW" b="1" dirty="0">
                <a:latin typeface="Times New Roman" panose="02020603050405020304" pitchFamily="18" charset="0"/>
                <a:cs typeface="Times New Roman" panose="02020603050405020304" pitchFamily="18" charset="0"/>
              </a:rPr>
              <a:t>Outline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358346" y="1495168"/>
            <a:ext cx="8157004" cy="4861183"/>
          </a:xfrm>
        </p:spPr>
        <p:txBody>
          <a:bodyPr>
            <a:normAutofit fontScale="85000" lnSpcReduction="10000"/>
          </a:bodyPr>
          <a:lstStyle/>
          <a:p>
            <a:pPr>
              <a:lnSpc>
                <a:spcPct val="200000"/>
              </a:lnSpc>
            </a:pPr>
            <a:r>
              <a:rPr lang="en-US" altLang="zh-TW" dirty="0">
                <a:latin typeface="Times New Roman" panose="02020603050405020304" pitchFamily="18" charset="0"/>
                <a:cs typeface="Times New Roman" panose="02020603050405020304" pitchFamily="18" charset="0"/>
              </a:rPr>
              <a:t>Introduction</a:t>
            </a:r>
          </a:p>
          <a:p>
            <a:pPr>
              <a:lnSpc>
                <a:spcPct val="200000"/>
              </a:lnSpc>
            </a:pPr>
            <a:r>
              <a:rPr lang="en-US" altLang="zh-TW" dirty="0">
                <a:latin typeface="Times New Roman" panose="02020603050405020304" pitchFamily="18" charset="0"/>
                <a:cs typeface="Times New Roman" panose="02020603050405020304" pitchFamily="18" charset="0"/>
              </a:rPr>
              <a:t>Working Principle</a:t>
            </a:r>
          </a:p>
          <a:p>
            <a:pPr>
              <a:lnSpc>
                <a:spcPct val="200000"/>
              </a:lnSpc>
            </a:pPr>
            <a:r>
              <a:rPr lang="en-US" altLang="zh-TW" dirty="0">
                <a:latin typeface="Times New Roman" panose="02020603050405020304" pitchFamily="18" charset="0"/>
                <a:cs typeface="Times New Roman" panose="02020603050405020304" pitchFamily="18" charset="0"/>
              </a:rPr>
              <a:t>Simulation</a:t>
            </a:r>
          </a:p>
          <a:p>
            <a:pPr>
              <a:lnSpc>
                <a:spcPct val="200000"/>
              </a:lnSpc>
            </a:pPr>
            <a:r>
              <a:rPr lang="en-US" altLang="zh-TW" dirty="0">
                <a:latin typeface="Times New Roman" panose="02020603050405020304" pitchFamily="18" charset="0"/>
                <a:cs typeface="Times New Roman" panose="02020603050405020304" pitchFamily="18" charset="0"/>
              </a:rPr>
              <a:t>Fabrication</a:t>
            </a:r>
          </a:p>
          <a:p>
            <a:pPr>
              <a:lnSpc>
                <a:spcPct val="200000"/>
              </a:lnSpc>
            </a:pPr>
            <a:r>
              <a:rPr lang="en-US" altLang="zh-TW" dirty="0">
                <a:latin typeface="Times New Roman" panose="02020603050405020304" pitchFamily="18" charset="0"/>
                <a:cs typeface="Times New Roman" panose="02020603050405020304" pitchFamily="18" charset="0"/>
              </a:rPr>
              <a:t>Results</a:t>
            </a:r>
          </a:p>
          <a:p>
            <a:pPr>
              <a:lnSpc>
                <a:spcPct val="200000"/>
              </a:lnSpc>
            </a:pPr>
            <a:r>
              <a:rPr lang="en-US" altLang="zh-TW" dirty="0">
                <a:latin typeface="Times New Roman" panose="02020603050405020304" pitchFamily="18" charset="0"/>
                <a:cs typeface="Times New Roman" panose="02020603050405020304" pitchFamily="18" charset="0"/>
              </a:rPr>
              <a:t>Future Work &amp; Summary</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8515350" y="6356351"/>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622FDF35-6B31-4F10-B069-02AF14371C7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pic>
        <p:nvPicPr>
          <p:cNvPr id="7" name="圖片 6">
            <a:extLst>
              <a:ext uri="{FF2B5EF4-FFF2-40B4-BE49-F238E27FC236}">
                <a16:creationId xmlns:a16="http://schemas.microsoft.com/office/drawing/2014/main" id="{AA0D01F2-3CB1-4A91-B1DE-3CC5590DEE11}"/>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4672275" y="3889098"/>
            <a:ext cx="3291155" cy="2467253"/>
          </a:xfrm>
          <a:prstGeom prst="rect">
            <a:avLst/>
          </a:prstGeom>
        </p:spPr>
      </p:pic>
      <p:pic>
        <p:nvPicPr>
          <p:cNvPr id="9" name="圖片 8">
            <a:extLst>
              <a:ext uri="{FF2B5EF4-FFF2-40B4-BE49-F238E27FC236}">
                <a16:creationId xmlns:a16="http://schemas.microsoft.com/office/drawing/2014/main" id="{980D9843-498B-4EA7-94C6-247B8FA31642}"/>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981081" y="1467070"/>
            <a:ext cx="2651090" cy="1938229"/>
          </a:xfrm>
          <a:prstGeom prst="rect">
            <a:avLst/>
          </a:prstGeom>
        </p:spPr>
      </p:pic>
      <p:pic>
        <p:nvPicPr>
          <p:cNvPr id="10" name="圖片 9">
            <a:extLst>
              <a:ext uri="{FF2B5EF4-FFF2-40B4-BE49-F238E27FC236}">
                <a16:creationId xmlns:a16="http://schemas.microsoft.com/office/drawing/2014/main" id="{9046D60C-402B-4F87-B9AC-4AB1D613EBEA}"/>
              </a:ext>
            </a:extLst>
          </p:cNvPr>
          <p:cNvPicPr>
            <a:picLocks noChangeAspect="1"/>
          </p:cNvPicPr>
          <p:nvPr/>
        </p:nvPicPr>
        <p:blipFill>
          <a:blip r:embed="rId7"/>
          <a:stretch>
            <a:fillRect/>
          </a:stretch>
        </p:blipFill>
        <p:spPr>
          <a:xfrm>
            <a:off x="7048534" y="2280056"/>
            <a:ext cx="1836922" cy="1377691"/>
          </a:xfrm>
          <a:prstGeom prst="rect">
            <a:avLst/>
          </a:prstGeom>
        </p:spPr>
      </p:pic>
    </p:spTree>
    <p:extLst>
      <p:ext uri="{BB962C8B-B14F-4D97-AF65-F5344CB8AC3E}">
        <p14:creationId xmlns:p14="http://schemas.microsoft.com/office/powerpoint/2010/main" val="33538514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58B02-ECB2-4D54-8407-7219B0864E5A}"/>
              </a:ext>
            </a:extLst>
          </p:cNvPr>
          <p:cNvSpPr>
            <a:spLocks noGrp="1"/>
          </p:cNvSpPr>
          <p:nvPr>
            <p:ph type="title"/>
          </p:nvPr>
        </p:nvSpPr>
        <p:spPr>
          <a:xfrm>
            <a:off x="358346" y="230191"/>
            <a:ext cx="8157004" cy="781178"/>
          </a:xfrm>
        </p:spPr>
        <p:txBody>
          <a:bodyPr/>
          <a:lstStyle/>
          <a:p>
            <a:r>
              <a:rPr lang="en-US" altLang="zh-TW" b="1" dirty="0">
                <a:latin typeface="Times New Roman" panose="02020603050405020304" pitchFamily="18" charset="0"/>
                <a:cs typeface="Times New Roman" panose="02020603050405020304" pitchFamily="18" charset="0"/>
              </a:rPr>
              <a:t>Introduction</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67B6ACD3-FC72-4241-A2EE-B0215DE27A9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pic>
        <p:nvPicPr>
          <p:cNvPr id="3" name="圖片 2">
            <a:extLst>
              <a:ext uri="{FF2B5EF4-FFF2-40B4-BE49-F238E27FC236}">
                <a16:creationId xmlns:a16="http://schemas.microsoft.com/office/drawing/2014/main" id="{98BAD5BC-8B87-4FDB-A618-859BFDF7E08E}"/>
              </a:ext>
            </a:extLst>
          </p:cNvPr>
          <p:cNvPicPr>
            <a:picLocks noChangeAspect="1"/>
          </p:cNvPicPr>
          <p:nvPr/>
        </p:nvPicPr>
        <p:blipFill rotWithShape="1">
          <a:blip r:embed="rId4"/>
          <a:srcRect l="10794" t="25226" r="39571" b="12267"/>
          <a:stretch/>
        </p:blipFill>
        <p:spPr>
          <a:xfrm>
            <a:off x="5390401" y="1640391"/>
            <a:ext cx="2970381" cy="2103120"/>
          </a:xfrm>
          <a:prstGeom prst="rect">
            <a:avLst/>
          </a:prstGeom>
        </p:spPr>
      </p:pic>
      <p:sp>
        <p:nvSpPr>
          <p:cNvPr id="5" name="文字方塊 4">
            <a:extLst>
              <a:ext uri="{FF2B5EF4-FFF2-40B4-BE49-F238E27FC236}">
                <a16:creationId xmlns:a16="http://schemas.microsoft.com/office/drawing/2014/main" id="{ABBCB64F-9D82-4B33-8953-EB361EA2E796}"/>
              </a:ext>
            </a:extLst>
          </p:cNvPr>
          <p:cNvSpPr txBox="1"/>
          <p:nvPr/>
        </p:nvSpPr>
        <p:spPr>
          <a:xfrm>
            <a:off x="5450369" y="3743511"/>
            <a:ext cx="2970381"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Phys. Rev. Lett. </a:t>
            </a:r>
            <a:r>
              <a:rPr lang="en-US" altLang="zh-TW" sz="1200" b="1" dirty="0">
                <a:latin typeface="Times New Roman" panose="02020603050405020304" pitchFamily="18" charset="0"/>
                <a:cs typeface="Times New Roman" panose="02020603050405020304" pitchFamily="18" charset="0"/>
              </a:rPr>
              <a:t>59</a:t>
            </a:r>
            <a:r>
              <a:rPr lang="en-US" altLang="zh-TW" sz="1200" dirty="0">
                <a:latin typeface="Times New Roman" panose="02020603050405020304" pitchFamily="18" charset="0"/>
                <a:cs typeface="Times New Roman" panose="02020603050405020304" pitchFamily="18" charset="0"/>
              </a:rPr>
              <a:t> (17): 1903–1905. (1987). </a:t>
            </a:r>
            <a:endParaRPr lang="zh-TW" altLang="en-US" sz="12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ED0661E-28E9-421F-BBC7-023FBF333AF1}"/>
              </a:ext>
            </a:extLst>
          </p:cNvPr>
          <p:cNvPicPr>
            <a:picLocks noChangeAspect="1"/>
          </p:cNvPicPr>
          <p:nvPr/>
        </p:nvPicPr>
        <p:blipFill rotWithShape="1">
          <a:blip r:embed="rId5"/>
          <a:srcRect l="36714" t="33357" r="27143" b="20144"/>
          <a:stretch/>
        </p:blipFill>
        <p:spPr>
          <a:xfrm>
            <a:off x="0" y="1708880"/>
            <a:ext cx="2523504" cy="1825301"/>
          </a:xfrm>
          <a:prstGeom prst="rect">
            <a:avLst/>
          </a:prstGeom>
        </p:spPr>
      </p:pic>
      <p:pic>
        <p:nvPicPr>
          <p:cNvPr id="7" name="圖片 6">
            <a:extLst>
              <a:ext uri="{FF2B5EF4-FFF2-40B4-BE49-F238E27FC236}">
                <a16:creationId xmlns:a16="http://schemas.microsoft.com/office/drawing/2014/main" id="{ACB5D42D-D220-4586-BEED-73702CBA6E7F}"/>
              </a:ext>
            </a:extLst>
          </p:cNvPr>
          <p:cNvPicPr>
            <a:picLocks noChangeAspect="1"/>
          </p:cNvPicPr>
          <p:nvPr/>
        </p:nvPicPr>
        <p:blipFill rotWithShape="1">
          <a:blip r:embed="rId6"/>
          <a:srcRect l="37286" t="31578" r="22916" b="13030"/>
          <a:stretch/>
        </p:blipFill>
        <p:spPr>
          <a:xfrm>
            <a:off x="2523504" y="1708880"/>
            <a:ext cx="2330532" cy="1823696"/>
          </a:xfrm>
          <a:prstGeom prst="rect">
            <a:avLst/>
          </a:prstGeom>
        </p:spPr>
      </p:pic>
      <p:sp>
        <p:nvSpPr>
          <p:cNvPr id="8" name="文字方塊 7">
            <a:extLst>
              <a:ext uri="{FF2B5EF4-FFF2-40B4-BE49-F238E27FC236}">
                <a16:creationId xmlns:a16="http://schemas.microsoft.com/office/drawing/2014/main" id="{69BDA277-2297-4F99-B158-D5779BEC3024}"/>
              </a:ext>
            </a:extLst>
          </p:cNvPr>
          <p:cNvSpPr txBox="1"/>
          <p:nvPr/>
        </p:nvSpPr>
        <p:spPr>
          <a:xfrm>
            <a:off x="1089748" y="3743511"/>
            <a:ext cx="2523504" cy="277543"/>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Phys. Rev. Lett. 25 (2): 84. (1970). </a:t>
            </a:r>
            <a:endParaRPr lang="zh-TW" altLang="en-US" sz="12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D8035E3E-1DF7-4808-9284-590E4948F2DA}"/>
              </a:ext>
            </a:extLst>
          </p:cNvPr>
          <p:cNvSpPr txBox="1"/>
          <p:nvPr/>
        </p:nvSpPr>
        <p:spPr>
          <a:xfrm>
            <a:off x="5603863" y="4750872"/>
            <a:ext cx="3159579" cy="1569660"/>
          </a:xfrm>
          <a:prstGeom prst="rect">
            <a:avLst/>
          </a:prstGeom>
          <a:solidFill>
            <a:schemeClr val="accent4">
              <a:lumMod val="40000"/>
              <a:lumOff val="60000"/>
            </a:schemeClr>
          </a:solid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Quantum information</a:t>
            </a:r>
          </a:p>
          <a:p>
            <a:r>
              <a:rPr lang="en-US" altLang="zh-TW" sz="2400" dirty="0">
                <a:latin typeface="Times New Roman" panose="02020603050405020304" pitchFamily="18" charset="0"/>
                <a:cs typeface="Times New Roman" panose="02020603050405020304" pitchFamily="18" charset="0"/>
              </a:rPr>
              <a:t>Quantum cryptography</a:t>
            </a:r>
          </a:p>
          <a:p>
            <a:r>
              <a:rPr lang="en-US" altLang="zh-TW" sz="2400" dirty="0">
                <a:latin typeface="Times New Roman" panose="02020603050405020304" pitchFamily="18" charset="0"/>
                <a:cs typeface="Times New Roman" panose="02020603050405020304" pitchFamily="18" charset="0"/>
              </a:rPr>
              <a:t>Quantum computation</a:t>
            </a:r>
          </a:p>
          <a:p>
            <a:r>
              <a:rPr lang="en-US" altLang="zh-TW" sz="2400" dirty="0">
                <a:latin typeface="Times New Roman" panose="02020603050405020304" pitchFamily="18" charset="0"/>
                <a:cs typeface="Times New Roman" panose="02020603050405020304" pitchFamily="18" charset="0"/>
              </a:rPr>
              <a:t>etc. </a:t>
            </a:r>
            <a:endParaRPr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19706B01-6A1B-44C6-BADF-353B32E2E673}"/>
              </a:ext>
            </a:extLst>
          </p:cNvPr>
          <p:cNvSpPr txBox="1"/>
          <p:nvPr/>
        </p:nvSpPr>
        <p:spPr>
          <a:xfrm>
            <a:off x="358346" y="6581001"/>
            <a:ext cx="3991233" cy="276999"/>
          </a:xfrm>
          <a:prstGeom prst="rect">
            <a:avLst/>
          </a:prstGeom>
          <a:noFill/>
        </p:spPr>
        <p:txBody>
          <a:bodyPr wrap="square" rtlCol="0">
            <a:spAutoFit/>
          </a:bodyPr>
          <a:lstStyle/>
          <a:p>
            <a:pPr algn="ctr"/>
            <a:r>
              <a:rPr lang="de-DE" altLang="zh-TW" sz="1200" i="1" dirty="0">
                <a:latin typeface="Times New Roman" panose="02020603050405020304" pitchFamily="18" charset="0"/>
                <a:cs typeface="Times New Roman" panose="02020603050405020304" pitchFamily="18" charset="0"/>
              </a:rPr>
              <a:t>J. Opt. Soc. Am. B 21, 2081-2084 </a:t>
            </a:r>
            <a:endParaRPr lang="zh-TW" altLang="en-US" sz="1200" i="1" dirty="0">
              <a:latin typeface="Times New Roman" panose="02020603050405020304" pitchFamily="18" charset="0"/>
              <a:cs typeface="Times New Roman" panose="02020603050405020304" pitchFamily="18" charset="0"/>
            </a:endParaRPr>
          </a:p>
        </p:txBody>
      </p:sp>
      <p:pic>
        <p:nvPicPr>
          <p:cNvPr id="13" name="圖片 12">
            <a:extLst>
              <a:ext uri="{FF2B5EF4-FFF2-40B4-BE49-F238E27FC236}">
                <a16:creationId xmlns:a16="http://schemas.microsoft.com/office/drawing/2014/main" id="{945A6AE9-FB73-4B1B-B50D-5C8D7D8429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51500" y="4629278"/>
            <a:ext cx="1574491" cy="1042313"/>
          </a:xfrm>
          <a:prstGeom prst="rect">
            <a:avLst/>
          </a:prstGeom>
        </p:spPr>
      </p:pic>
      <p:pic>
        <p:nvPicPr>
          <p:cNvPr id="14" name="圖片 13">
            <a:extLst>
              <a:ext uri="{FF2B5EF4-FFF2-40B4-BE49-F238E27FC236}">
                <a16:creationId xmlns:a16="http://schemas.microsoft.com/office/drawing/2014/main" id="{950A4E46-4745-4B4E-BC85-51F677758FE1}"/>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854922" y="4583534"/>
            <a:ext cx="1217987" cy="1040160"/>
          </a:xfrm>
          <a:prstGeom prst="rect">
            <a:avLst/>
          </a:prstGeom>
        </p:spPr>
      </p:pic>
      <p:pic>
        <p:nvPicPr>
          <p:cNvPr id="15" name="圖片 14">
            <a:extLst>
              <a:ext uri="{FF2B5EF4-FFF2-40B4-BE49-F238E27FC236}">
                <a16:creationId xmlns:a16="http://schemas.microsoft.com/office/drawing/2014/main" id="{3405EA6E-631A-4E6D-BF69-2FC455E90FB8}"/>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574219" y="5632258"/>
            <a:ext cx="1269134" cy="934083"/>
          </a:xfrm>
          <a:prstGeom prst="rect">
            <a:avLst/>
          </a:prstGeom>
        </p:spPr>
      </p:pic>
      <p:pic>
        <p:nvPicPr>
          <p:cNvPr id="16" name="圖片 15">
            <a:extLst>
              <a:ext uri="{FF2B5EF4-FFF2-40B4-BE49-F238E27FC236}">
                <a16:creationId xmlns:a16="http://schemas.microsoft.com/office/drawing/2014/main" id="{C895841B-D942-4B91-9DD6-8FD014D1B7DB}"/>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2122745" y="5738995"/>
            <a:ext cx="1016000" cy="751840"/>
          </a:xfrm>
          <a:prstGeom prst="rect">
            <a:avLst/>
          </a:prstGeom>
        </p:spPr>
      </p:pic>
      <p:sp>
        <p:nvSpPr>
          <p:cNvPr id="17" name="文字方塊 16">
            <a:extLst>
              <a:ext uri="{FF2B5EF4-FFF2-40B4-BE49-F238E27FC236}">
                <a16:creationId xmlns:a16="http://schemas.microsoft.com/office/drawing/2014/main" id="{7EDDC885-9782-4411-BBE8-378B25E876DE}"/>
              </a:ext>
            </a:extLst>
          </p:cNvPr>
          <p:cNvSpPr txBox="1"/>
          <p:nvPr/>
        </p:nvSpPr>
        <p:spPr>
          <a:xfrm>
            <a:off x="434192" y="1260275"/>
            <a:ext cx="4178624" cy="369332"/>
          </a:xfrm>
          <a:prstGeom prst="rect">
            <a:avLst/>
          </a:prstGeom>
          <a:solidFill>
            <a:schemeClr val="accent4">
              <a:lumMod val="40000"/>
              <a:lumOff val="60000"/>
            </a:schemeClr>
          </a:solid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pontaneous </a:t>
            </a:r>
            <a:r>
              <a:rPr lang="en-US" altLang="zh-TW" b="1" dirty="0">
                <a:latin typeface="Times New Roman" panose="02020603050405020304" pitchFamily="18" charset="0"/>
                <a:cs typeface="Times New Roman" panose="02020603050405020304" pitchFamily="18" charset="0"/>
              </a:rPr>
              <a:t>P</a:t>
            </a:r>
            <a:r>
              <a:rPr lang="en-US" altLang="zh-TW" dirty="0">
                <a:latin typeface="Times New Roman" panose="02020603050405020304" pitchFamily="18" charset="0"/>
                <a:cs typeface="Times New Roman" panose="02020603050405020304" pitchFamily="18" charset="0"/>
              </a:rPr>
              <a:t>arametric </a:t>
            </a:r>
            <a:r>
              <a:rPr lang="en-US" altLang="zh-TW" b="1" dirty="0">
                <a:latin typeface="Times New Roman" panose="02020603050405020304" pitchFamily="18" charset="0"/>
                <a:cs typeface="Times New Roman" panose="02020603050405020304" pitchFamily="18" charset="0"/>
              </a:rPr>
              <a:t>D</a:t>
            </a:r>
            <a:r>
              <a:rPr lang="en-US" altLang="zh-TW" dirty="0">
                <a:latin typeface="Times New Roman" panose="02020603050405020304" pitchFamily="18" charset="0"/>
                <a:cs typeface="Times New Roman" panose="02020603050405020304" pitchFamily="18" charset="0"/>
              </a:rPr>
              <a:t>own-</a:t>
            </a:r>
            <a:r>
              <a:rPr lang="en-US" altLang="zh-TW" b="1" dirty="0">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onversion</a:t>
            </a:r>
            <a:endParaRPr lang="zh-TW" altLang="en-US"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03EB034C-2736-4471-BBCE-5FC8ABBCA28C}"/>
              </a:ext>
            </a:extLst>
          </p:cNvPr>
          <p:cNvSpPr txBox="1"/>
          <p:nvPr/>
        </p:nvSpPr>
        <p:spPr>
          <a:xfrm>
            <a:off x="4846248" y="1260275"/>
            <a:ext cx="4178624" cy="369332"/>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 with quantum phenomenon  </a:t>
            </a:r>
            <a:endParaRPr lang="zh-TW" altLang="en-US"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6CC0C773-A9B8-49ED-9E93-177E59876F30}"/>
              </a:ext>
            </a:extLst>
          </p:cNvPr>
          <p:cNvSpPr txBox="1"/>
          <p:nvPr/>
        </p:nvSpPr>
        <p:spPr>
          <a:xfrm>
            <a:off x="1242300" y="4117628"/>
            <a:ext cx="2218399" cy="369332"/>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 in bulk PPKTP</a:t>
            </a:r>
            <a:endParaRPr lang="zh-TW" altLang="en-US" dirty="0">
              <a:latin typeface="Times New Roman" panose="02020603050405020304" pitchFamily="18" charset="0"/>
              <a:cs typeface="Times New Roman" panose="02020603050405020304" pitchFamily="18" charset="0"/>
            </a:endParaRPr>
          </a:p>
        </p:txBody>
      </p:sp>
      <p:sp>
        <p:nvSpPr>
          <p:cNvPr id="21" name="箭號: 向右 20">
            <a:extLst>
              <a:ext uri="{FF2B5EF4-FFF2-40B4-BE49-F238E27FC236}">
                <a16:creationId xmlns:a16="http://schemas.microsoft.com/office/drawing/2014/main" id="{A676403D-5086-4AA1-94D0-9DDBBDD23663}"/>
              </a:ext>
            </a:extLst>
          </p:cNvPr>
          <p:cNvSpPr/>
          <p:nvPr/>
        </p:nvSpPr>
        <p:spPr>
          <a:xfrm>
            <a:off x="4308471" y="5218012"/>
            <a:ext cx="1013429" cy="635381"/>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8367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58B02-ECB2-4D54-8407-7219B0864E5A}"/>
              </a:ext>
            </a:extLst>
          </p:cNvPr>
          <p:cNvSpPr>
            <a:spLocks noGrp="1"/>
          </p:cNvSpPr>
          <p:nvPr>
            <p:ph type="title"/>
          </p:nvPr>
        </p:nvSpPr>
        <p:spPr>
          <a:xfrm>
            <a:off x="358346" y="230191"/>
            <a:ext cx="8157004" cy="781178"/>
          </a:xfrm>
        </p:spPr>
        <p:txBody>
          <a:bodyPr/>
          <a:lstStyle/>
          <a:p>
            <a:r>
              <a:rPr lang="en-US" altLang="zh-TW" b="1" dirty="0">
                <a:latin typeface="Times New Roman" panose="02020603050405020304" pitchFamily="18" charset="0"/>
                <a:cs typeface="Times New Roman" panose="02020603050405020304" pitchFamily="18" charset="0"/>
              </a:rPr>
              <a:t>Introduction</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67B6ACD3-FC72-4241-A2EE-B0215DE27A9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pic>
        <p:nvPicPr>
          <p:cNvPr id="8" name="圖片 7">
            <a:extLst>
              <a:ext uri="{FF2B5EF4-FFF2-40B4-BE49-F238E27FC236}">
                <a16:creationId xmlns:a16="http://schemas.microsoft.com/office/drawing/2014/main" id="{FD894A5D-B0F4-4058-A57D-4C73906D52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942" y="2316906"/>
            <a:ext cx="1780094" cy="1212410"/>
          </a:xfrm>
          <a:prstGeom prst="rect">
            <a:avLst/>
          </a:prstGeom>
        </p:spPr>
      </p:pic>
      <p:pic>
        <p:nvPicPr>
          <p:cNvPr id="6" name="圖片 5">
            <a:extLst>
              <a:ext uri="{FF2B5EF4-FFF2-40B4-BE49-F238E27FC236}">
                <a16:creationId xmlns:a16="http://schemas.microsoft.com/office/drawing/2014/main" id="{87580A83-D446-4824-873F-FA89E6343E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6181" y="1726920"/>
            <a:ext cx="1792259" cy="583903"/>
          </a:xfrm>
          <a:prstGeom prst="rect">
            <a:avLst/>
          </a:prstGeom>
        </p:spPr>
      </p:pic>
      <p:pic>
        <p:nvPicPr>
          <p:cNvPr id="10" name="圖片 9">
            <a:extLst>
              <a:ext uri="{FF2B5EF4-FFF2-40B4-BE49-F238E27FC236}">
                <a16:creationId xmlns:a16="http://schemas.microsoft.com/office/drawing/2014/main" id="{14A252DC-CEDE-4AFD-89C8-0B5187375E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22584" y="2296632"/>
            <a:ext cx="1698996" cy="1232684"/>
          </a:xfrm>
          <a:prstGeom prst="rect">
            <a:avLst/>
          </a:prstGeom>
        </p:spPr>
      </p:pic>
      <p:sp>
        <p:nvSpPr>
          <p:cNvPr id="11" name="文字方塊 10">
            <a:extLst>
              <a:ext uri="{FF2B5EF4-FFF2-40B4-BE49-F238E27FC236}">
                <a16:creationId xmlns:a16="http://schemas.microsoft.com/office/drawing/2014/main" id="{8DDE5B61-58A9-468C-90CA-1A655E98E51D}"/>
              </a:ext>
            </a:extLst>
          </p:cNvPr>
          <p:cNvSpPr txBox="1"/>
          <p:nvPr/>
        </p:nvSpPr>
        <p:spPr>
          <a:xfrm>
            <a:off x="714146" y="1167506"/>
            <a:ext cx="2776327" cy="369332"/>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 in PPKTP waveguide</a:t>
            </a:r>
            <a:endParaRPr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AEAB889E-26C7-47EA-9235-62ED797D0DDE}"/>
              </a:ext>
            </a:extLst>
          </p:cNvPr>
          <p:cNvSpPr txBox="1"/>
          <p:nvPr/>
        </p:nvSpPr>
        <p:spPr>
          <a:xfrm>
            <a:off x="162433" y="3627095"/>
            <a:ext cx="3991233" cy="276999"/>
          </a:xfrm>
          <a:prstGeom prst="rect">
            <a:avLst/>
          </a:prstGeom>
          <a:noFill/>
        </p:spPr>
        <p:txBody>
          <a:bodyPr wrap="square" rtlCol="0">
            <a:spAutoFit/>
          </a:bodyPr>
          <a:lstStyle/>
          <a:p>
            <a:pPr algn="ctr"/>
            <a:r>
              <a:rPr lang="en-US" altLang="zh-TW" sz="1200" i="1" dirty="0">
                <a:latin typeface="Times New Roman" panose="02020603050405020304" pitchFamily="18" charset="0"/>
                <a:cs typeface="Times New Roman" panose="02020603050405020304" pitchFamily="18" charset="0"/>
              </a:rPr>
              <a:t>Opt. Express 15, 7479-7488 (2007)</a:t>
            </a:r>
            <a:endParaRPr lang="zh-TW" altLang="en-US" sz="1200" i="1"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9685880C-87B9-4D4B-90CB-43AC5DF9A3EB}"/>
              </a:ext>
            </a:extLst>
          </p:cNvPr>
          <p:cNvSpPr txBox="1"/>
          <p:nvPr/>
        </p:nvSpPr>
        <p:spPr>
          <a:xfrm>
            <a:off x="4590186" y="3627095"/>
            <a:ext cx="3991233" cy="276999"/>
          </a:xfrm>
          <a:prstGeom prst="rect">
            <a:avLst/>
          </a:prstGeom>
          <a:noFill/>
        </p:spPr>
        <p:txBody>
          <a:bodyPr wrap="square" rtlCol="0">
            <a:spAutoFit/>
          </a:bodyPr>
          <a:lstStyle/>
          <a:p>
            <a:pPr algn="ctr"/>
            <a:r>
              <a:rPr lang="en-US" altLang="zh-TW" sz="1200" i="1" dirty="0">
                <a:latin typeface="Times New Roman" panose="02020603050405020304" pitchFamily="18" charset="0"/>
                <a:cs typeface="Times New Roman" panose="02020603050405020304" pitchFamily="18" charset="0"/>
              </a:rPr>
              <a:t>New J. Phys. 12 103005 </a:t>
            </a:r>
            <a:endParaRPr lang="zh-TW" altLang="en-US" sz="1200" i="1"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0E5B8196-C107-45E8-849F-3950886CD06F}"/>
              </a:ext>
            </a:extLst>
          </p:cNvPr>
          <p:cNvSpPr txBox="1"/>
          <p:nvPr/>
        </p:nvSpPr>
        <p:spPr>
          <a:xfrm>
            <a:off x="162433" y="6464878"/>
            <a:ext cx="3991233" cy="276999"/>
          </a:xfrm>
          <a:prstGeom prst="rect">
            <a:avLst/>
          </a:prstGeom>
          <a:noFill/>
        </p:spPr>
        <p:txBody>
          <a:bodyPr wrap="square" rtlCol="0">
            <a:spAutoFit/>
          </a:bodyPr>
          <a:lstStyle/>
          <a:p>
            <a:pPr algn="ctr"/>
            <a:r>
              <a:rPr lang="en-US" altLang="zh-TW" sz="1200" i="1" dirty="0">
                <a:latin typeface="Times New Roman" panose="02020603050405020304" pitchFamily="18" charset="0"/>
                <a:cs typeface="Times New Roman" panose="02020603050405020304" pitchFamily="18" charset="0"/>
              </a:rPr>
              <a:t>Opt. Express 20, 5508-5517 (2012)</a:t>
            </a:r>
            <a:endParaRPr lang="zh-TW" altLang="en-US" sz="1200" i="1" dirty="0">
              <a:latin typeface="Times New Roman" panose="02020603050405020304" pitchFamily="18" charset="0"/>
              <a:cs typeface="Times New Roman" panose="02020603050405020304" pitchFamily="18" charset="0"/>
            </a:endParaRPr>
          </a:p>
        </p:txBody>
      </p:sp>
      <p:pic>
        <p:nvPicPr>
          <p:cNvPr id="24" name="圖片 23">
            <a:extLst>
              <a:ext uri="{FF2B5EF4-FFF2-40B4-BE49-F238E27FC236}">
                <a16:creationId xmlns:a16="http://schemas.microsoft.com/office/drawing/2014/main" id="{F027251F-9A77-4E1C-81C2-1E4E22FA2A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6023" y="4484108"/>
            <a:ext cx="1574491" cy="1032866"/>
          </a:xfrm>
          <a:prstGeom prst="rect">
            <a:avLst/>
          </a:prstGeom>
        </p:spPr>
      </p:pic>
      <p:pic>
        <p:nvPicPr>
          <p:cNvPr id="26" name="圖片 25">
            <a:extLst>
              <a:ext uri="{FF2B5EF4-FFF2-40B4-BE49-F238E27FC236}">
                <a16:creationId xmlns:a16="http://schemas.microsoft.com/office/drawing/2014/main" id="{B42A85C0-A605-47DB-9C6B-BF8B83BA24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8561" y="5521581"/>
            <a:ext cx="2346944" cy="934083"/>
          </a:xfrm>
          <a:prstGeom prst="rect">
            <a:avLst/>
          </a:prstGeom>
        </p:spPr>
      </p:pic>
      <p:pic>
        <p:nvPicPr>
          <p:cNvPr id="28" name="圖片 27">
            <a:extLst>
              <a:ext uri="{FF2B5EF4-FFF2-40B4-BE49-F238E27FC236}">
                <a16:creationId xmlns:a16="http://schemas.microsoft.com/office/drawing/2014/main" id="{B83D4F62-0CC4-41AA-A2E0-14F1749A30D5}"/>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2354762" y="4484108"/>
            <a:ext cx="979747" cy="1032866"/>
          </a:xfrm>
          <a:prstGeom prst="rect">
            <a:avLst/>
          </a:prstGeom>
        </p:spPr>
      </p:pic>
      <p:sp>
        <p:nvSpPr>
          <p:cNvPr id="29" name="文字方塊 28">
            <a:extLst>
              <a:ext uri="{FF2B5EF4-FFF2-40B4-BE49-F238E27FC236}">
                <a16:creationId xmlns:a16="http://schemas.microsoft.com/office/drawing/2014/main" id="{382E2E67-D20A-493B-85EB-5C1C6530000C}"/>
              </a:ext>
            </a:extLst>
          </p:cNvPr>
          <p:cNvSpPr txBox="1"/>
          <p:nvPr/>
        </p:nvSpPr>
        <p:spPr>
          <a:xfrm>
            <a:off x="930522" y="4001873"/>
            <a:ext cx="2455053" cy="369332"/>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 in cascade PPLN</a:t>
            </a:r>
            <a:endParaRPr lang="zh-TW" altLang="en-US" dirty="0">
              <a:latin typeface="Times New Roman" panose="02020603050405020304" pitchFamily="18" charset="0"/>
              <a:cs typeface="Times New Roman" panose="02020603050405020304" pitchFamily="18" charset="0"/>
            </a:endParaRPr>
          </a:p>
        </p:txBody>
      </p:sp>
      <p:pic>
        <p:nvPicPr>
          <p:cNvPr id="31" name="圖片 30">
            <a:extLst>
              <a:ext uri="{FF2B5EF4-FFF2-40B4-BE49-F238E27FC236}">
                <a16:creationId xmlns:a16="http://schemas.microsoft.com/office/drawing/2014/main" id="{0D8B86A7-5A82-4169-8CE4-5F2F67E88F5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712798" y="1750053"/>
            <a:ext cx="2455054" cy="653478"/>
          </a:xfrm>
          <a:prstGeom prst="rect">
            <a:avLst/>
          </a:prstGeom>
        </p:spPr>
      </p:pic>
      <p:pic>
        <p:nvPicPr>
          <p:cNvPr id="33" name="圖片 32">
            <a:extLst>
              <a:ext uri="{FF2B5EF4-FFF2-40B4-BE49-F238E27FC236}">
                <a16:creationId xmlns:a16="http://schemas.microsoft.com/office/drawing/2014/main" id="{1C72D03B-C80A-41BA-BC2F-AC611EFF1A0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12798" y="2466292"/>
            <a:ext cx="1324176" cy="939630"/>
          </a:xfrm>
          <a:prstGeom prst="rect">
            <a:avLst/>
          </a:prstGeom>
        </p:spPr>
      </p:pic>
      <p:pic>
        <p:nvPicPr>
          <p:cNvPr id="35" name="圖片 34">
            <a:extLst>
              <a:ext uri="{FF2B5EF4-FFF2-40B4-BE49-F238E27FC236}">
                <a16:creationId xmlns:a16="http://schemas.microsoft.com/office/drawing/2014/main" id="{2A15BA23-8907-49B0-94E3-BBB0E0D765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036974" y="2460757"/>
            <a:ext cx="1324177" cy="1009853"/>
          </a:xfrm>
          <a:prstGeom prst="rect">
            <a:avLst/>
          </a:prstGeom>
        </p:spPr>
      </p:pic>
      <p:pic>
        <p:nvPicPr>
          <p:cNvPr id="37" name="圖片 36">
            <a:extLst>
              <a:ext uri="{FF2B5EF4-FFF2-40B4-BE49-F238E27FC236}">
                <a16:creationId xmlns:a16="http://schemas.microsoft.com/office/drawing/2014/main" id="{1D5C553E-66DB-449D-9A46-3BBB06CC834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15022" y="2190478"/>
            <a:ext cx="1338466" cy="939630"/>
          </a:xfrm>
          <a:prstGeom prst="rect">
            <a:avLst/>
          </a:prstGeom>
        </p:spPr>
      </p:pic>
      <p:sp>
        <p:nvSpPr>
          <p:cNvPr id="38" name="文字方塊 37">
            <a:extLst>
              <a:ext uri="{FF2B5EF4-FFF2-40B4-BE49-F238E27FC236}">
                <a16:creationId xmlns:a16="http://schemas.microsoft.com/office/drawing/2014/main" id="{3467D0B0-ABA9-4207-B85F-E3648E9F21CC}"/>
              </a:ext>
            </a:extLst>
          </p:cNvPr>
          <p:cNvSpPr txBox="1"/>
          <p:nvPr/>
        </p:nvSpPr>
        <p:spPr>
          <a:xfrm>
            <a:off x="5254979" y="1166445"/>
            <a:ext cx="2673271" cy="369332"/>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 in PPLN waveguide</a:t>
            </a:r>
            <a:endParaRPr lang="zh-TW" altLang="en-US"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F39C6335-F495-4859-8D9F-05F00D7FE18B}"/>
              </a:ext>
            </a:extLst>
          </p:cNvPr>
          <p:cNvPicPr>
            <a:picLocks noChangeAspect="1"/>
          </p:cNvPicPr>
          <p:nvPr/>
        </p:nvPicPr>
        <p:blipFill rotWithShape="1">
          <a:blip r:embed="rId14"/>
          <a:srcRect l="28714" t="13284" r="13191" b="9386"/>
          <a:stretch/>
        </p:blipFill>
        <p:spPr>
          <a:xfrm>
            <a:off x="6727006" y="4813592"/>
            <a:ext cx="1975194" cy="1478195"/>
          </a:xfrm>
          <a:prstGeom prst="rect">
            <a:avLst/>
          </a:prstGeom>
        </p:spPr>
      </p:pic>
      <p:sp>
        <p:nvSpPr>
          <p:cNvPr id="27" name="文字方塊 26">
            <a:extLst>
              <a:ext uri="{FF2B5EF4-FFF2-40B4-BE49-F238E27FC236}">
                <a16:creationId xmlns:a16="http://schemas.microsoft.com/office/drawing/2014/main" id="{78B17A9D-AED9-426D-8DC6-DB36CBA8C1F1}"/>
              </a:ext>
            </a:extLst>
          </p:cNvPr>
          <p:cNvSpPr txBox="1"/>
          <p:nvPr/>
        </p:nvSpPr>
        <p:spPr>
          <a:xfrm>
            <a:off x="5254979" y="4001873"/>
            <a:ext cx="2684897" cy="646331"/>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 in dual-periodically-poled structure </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46864A6A-CB29-4A2F-B187-B1859388AA0A}"/>
              </a:ext>
            </a:extLst>
          </p:cNvPr>
          <p:cNvPicPr>
            <a:picLocks noChangeAspect="1"/>
          </p:cNvPicPr>
          <p:nvPr/>
        </p:nvPicPr>
        <p:blipFill rotWithShape="1">
          <a:blip r:embed="rId15"/>
          <a:srcRect l="12057" t="35505" r="29444" b="30753"/>
          <a:stretch/>
        </p:blipFill>
        <p:spPr>
          <a:xfrm>
            <a:off x="4476703" y="5646632"/>
            <a:ext cx="2109099" cy="683980"/>
          </a:xfrm>
          <a:prstGeom prst="rect">
            <a:avLst/>
          </a:prstGeom>
        </p:spPr>
      </p:pic>
      <p:pic>
        <p:nvPicPr>
          <p:cNvPr id="7" name="圖片 6">
            <a:extLst>
              <a:ext uri="{FF2B5EF4-FFF2-40B4-BE49-F238E27FC236}">
                <a16:creationId xmlns:a16="http://schemas.microsoft.com/office/drawing/2014/main" id="{3DFCC93E-0F63-4C8B-B8EA-AB9823B2CC5E}"/>
              </a:ext>
            </a:extLst>
          </p:cNvPr>
          <p:cNvPicPr>
            <a:picLocks noChangeAspect="1"/>
          </p:cNvPicPr>
          <p:nvPr/>
        </p:nvPicPr>
        <p:blipFill rotWithShape="1">
          <a:blip r:embed="rId16"/>
          <a:srcRect l="12057" t="30053" r="30347" b="24164"/>
          <a:stretch/>
        </p:blipFill>
        <p:spPr>
          <a:xfrm>
            <a:off x="4415887" y="4661043"/>
            <a:ext cx="2311119" cy="1032866"/>
          </a:xfrm>
          <a:prstGeom prst="rect">
            <a:avLst/>
          </a:prstGeom>
        </p:spPr>
      </p:pic>
      <p:sp>
        <p:nvSpPr>
          <p:cNvPr id="9" name="文字方塊 8">
            <a:extLst>
              <a:ext uri="{FF2B5EF4-FFF2-40B4-BE49-F238E27FC236}">
                <a16:creationId xmlns:a16="http://schemas.microsoft.com/office/drawing/2014/main" id="{57C240D6-CBAD-408D-8E52-022089DBACBD}"/>
              </a:ext>
            </a:extLst>
          </p:cNvPr>
          <p:cNvSpPr txBox="1"/>
          <p:nvPr/>
        </p:nvSpPr>
        <p:spPr>
          <a:xfrm>
            <a:off x="5243353" y="6464878"/>
            <a:ext cx="2684897" cy="276999"/>
          </a:xfrm>
          <a:prstGeom prst="rect">
            <a:avLst/>
          </a:prstGeom>
          <a:noFill/>
        </p:spPr>
        <p:txBody>
          <a:bodyPr wrap="square" rtlCol="0">
            <a:spAutoFit/>
          </a:bodyPr>
          <a:lstStyle/>
          <a:p>
            <a:r>
              <a:rPr lang="en-US" altLang="zh-TW" sz="1200" i="1" dirty="0">
                <a:latin typeface="Times New Roman" panose="02020603050405020304" pitchFamily="18" charset="0"/>
                <a:cs typeface="Times New Roman" panose="02020603050405020304" pitchFamily="18" charset="0"/>
              </a:rPr>
              <a:t>Opt. Lett. 44(22), 5598–5601 (2019).</a:t>
            </a:r>
            <a:endParaRPr lang="zh-TW" altLang="en-US"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354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58B02-ECB2-4D54-8407-7219B0864E5A}"/>
              </a:ext>
            </a:extLst>
          </p:cNvPr>
          <p:cNvSpPr>
            <a:spLocks noGrp="1"/>
          </p:cNvSpPr>
          <p:nvPr>
            <p:ph type="title"/>
          </p:nvPr>
        </p:nvSpPr>
        <p:spPr>
          <a:xfrm>
            <a:off x="358346" y="230191"/>
            <a:ext cx="8157004" cy="781178"/>
          </a:xfrm>
        </p:spPr>
        <p:txBody>
          <a:bodyPr/>
          <a:lstStyle/>
          <a:p>
            <a:r>
              <a:rPr lang="en-US" altLang="zh-TW" b="1" dirty="0">
                <a:latin typeface="Times New Roman" panose="02020603050405020304" pitchFamily="18" charset="0"/>
                <a:cs typeface="Times New Roman" panose="02020603050405020304" pitchFamily="18" charset="0"/>
              </a:rPr>
              <a:t>Introduction</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67B6ACD3-FC72-4241-A2EE-B0215DE27A9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pic>
        <p:nvPicPr>
          <p:cNvPr id="21" name="圖片 20">
            <a:extLst>
              <a:ext uri="{FF2B5EF4-FFF2-40B4-BE49-F238E27FC236}">
                <a16:creationId xmlns:a16="http://schemas.microsoft.com/office/drawing/2014/main" id="{66161E9F-CCE4-47E0-B269-0E2541E907FB}"/>
              </a:ext>
            </a:extLst>
          </p:cNvPr>
          <p:cNvPicPr>
            <a:picLocks noChangeAspect="1"/>
          </p:cNvPicPr>
          <p:nvPr/>
        </p:nvPicPr>
        <p:blipFill rotWithShape="1">
          <a:blip r:embed="rId4"/>
          <a:srcRect l="12987" t="27072" r="31393" b="39549"/>
          <a:stretch/>
        </p:blipFill>
        <p:spPr>
          <a:xfrm>
            <a:off x="674599" y="1850811"/>
            <a:ext cx="7794802" cy="2630007"/>
          </a:xfrm>
          <a:prstGeom prst="rect">
            <a:avLst/>
          </a:prstGeom>
        </p:spPr>
      </p:pic>
      <p:sp>
        <p:nvSpPr>
          <p:cNvPr id="22" name="內容版面配置區 2">
            <a:extLst>
              <a:ext uri="{FF2B5EF4-FFF2-40B4-BE49-F238E27FC236}">
                <a16:creationId xmlns:a16="http://schemas.microsoft.com/office/drawing/2014/main" id="{F8F40B98-5892-43D9-8C75-A5B81EC5C485}"/>
              </a:ext>
            </a:extLst>
          </p:cNvPr>
          <p:cNvSpPr>
            <a:spLocks noGrp="1"/>
          </p:cNvSpPr>
          <p:nvPr>
            <p:ph idx="1"/>
          </p:nvPr>
        </p:nvSpPr>
        <p:spPr>
          <a:xfrm>
            <a:off x="358346" y="1282401"/>
            <a:ext cx="8157004" cy="568410"/>
          </a:xfrm>
        </p:spPr>
        <p:txBody>
          <a:bodyPr/>
          <a:lstStyle/>
          <a:p>
            <a:r>
              <a:rPr lang="en-US" altLang="zh-TW" dirty="0">
                <a:latin typeface="Times New Roman" panose="02020603050405020304" pitchFamily="18" charset="0"/>
                <a:cs typeface="Times New Roman" panose="02020603050405020304" pitchFamily="18" charset="0"/>
              </a:rPr>
              <a:t>In this study</a:t>
            </a:r>
            <a:endParaRPr lang="zh-TW" altLang="en-US"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1AE9BCCD-A905-4D70-8BE7-5B1C5D03CF3B}"/>
              </a:ext>
            </a:extLst>
          </p:cNvPr>
          <p:cNvSpPr txBox="1"/>
          <p:nvPr/>
        </p:nvSpPr>
        <p:spPr>
          <a:xfrm>
            <a:off x="1252822" y="4505311"/>
            <a:ext cx="1936376" cy="523220"/>
          </a:xfrm>
          <a:prstGeom prst="rect">
            <a:avLst/>
          </a:prstGeom>
          <a:noFill/>
        </p:spPr>
        <p:txBody>
          <a:bodyPr wrap="square" rtlCol="0">
            <a:spAutoFit/>
          </a:bodyPr>
          <a:lstStyle/>
          <a:p>
            <a:r>
              <a:rPr lang="en-US" altLang="zh-TW" sz="2800" dirty="0">
                <a:solidFill>
                  <a:srgbClr val="FF0000"/>
                </a:solidFill>
                <a:latin typeface="Times New Roman" panose="02020603050405020304" pitchFamily="18" charset="0"/>
                <a:cs typeface="Times New Roman" panose="02020603050405020304" pitchFamily="18" charset="0"/>
              </a:rPr>
              <a:t>Advantages</a:t>
            </a:r>
            <a:endParaRPr lang="zh-TW" altLang="en-US" sz="2800"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93205484-CC9E-48FA-8656-CDDD8EC2B256}"/>
              </a:ext>
            </a:extLst>
          </p:cNvPr>
          <p:cNvSpPr txBox="1"/>
          <p:nvPr/>
        </p:nvSpPr>
        <p:spPr>
          <a:xfrm>
            <a:off x="1252821" y="5231736"/>
            <a:ext cx="5322791" cy="1384995"/>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Compact</a:t>
            </a:r>
          </a:p>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Designable multiple photon pairs</a:t>
            </a:r>
          </a:p>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Eliminate time delay</a:t>
            </a:r>
            <a:endParaRPr lang="zh-TW" altLang="en-US" sz="2800" dirty="0">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E5C53E56-D52E-4D52-AA00-F72469BD805E}"/>
              </a:ext>
            </a:extLst>
          </p:cNvPr>
          <p:cNvSpPr txBox="1"/>
          <p:nvPr/>
        </p:nvSpPr>
        <p:spPr>
          <a:xfrm>
            <a:off x="4436847" y="4413988"/>
            <a:ext cx="4032553" cy="923330"/>
          </a:xfrm>
          <a:prstGeom prst="rect">
            <a:avLst/>
          </a:prstGeom>
          <a:solidFill>
            <a:schemeClr val="accent4">
              <a:lumMod val="40000"/>
              <a:lumOff val="60000"/>
            </a:schemeClr>
          </a:solid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Pump wavelength = 780 nm, TE</a:t>
            </a:r>
          </a:p>
          <a:p>
            <a:r>
              <a:rPr lang="en-US" altLang="zh-TW" dirty="0">
                <a:latin typeface="Times New Roman" panose="02020603050405020304" pitchFamily="18" charset="0"/>
                <a:cs typeface="Times New Roman" panose="02020603050405020304" pitchFamily="18" charset="0"/>
              </a:rPr>
              <a:t>Signal wavelength = 1550 nm, TE &amp; TM</a:t>
            </a:r>
          </a:p>
          <a:p>
            <a:r>
              <a:rPr lang="en-US" altLang="zh-TW" dirty="0">
                <a:latin typeface="Times New Roman" panose="02020603050405020304" pitchFamily="18" charset="0"/>
                <a:cs typeface="Times New Roman" panose="02020603050405020304" pitchFamily="18" charset="0"/>
              </a:rPr>
              <a:t>Idler wavelength = 1570 nm, TM &amp; TE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542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標題 1">
            <a:extLst>
              <a:ext uri="{FF2B5EF4-FFF2-40B4-BE49-F238E27FC236}">
                <a16:creationId xmlns:a16="http://schemas.microsoft.com/office/drawing/2014/main" id="{748B4C5B-BCAC-4C79-8AE7-5194BC0BDECD}"/>
              </a:ext>
            </a:extLst>
          </p:cNvPr>
          <p:cNvSpPr>
            <a:spLocks noGrp="1"/>
          </p:cNvSpPr>
          <p:nvPr>
            <p:ph type="title"/>
          </p:nvPr>
        </p:nvSpPr>
        <p:spPr>
          <a:xfrm>
            <a:off x="358346" y="230191"/>
            <a:ext cx="8157004" cy="781178"/>
          </a:xfrm>
        </p:spPr>
        <p:txBody>
          <a:bodyPr/>
          <a:lstStyle/>
          <a:p>
            <a:r>
              <a:rPr lang="en-US" altLang="zh-TW" b="1" dirty="0">
                <a:latin typeface="Times New Roman" panose="02020603050405020304" pitchFamily="18" charset="0"/>
                <a:cs typeface="Times New Roman" panose="02020603050405020304" pitchFamily="18" charset="0"/>
              </a:rPr>
              <a:t>Working Principle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4DF6F6C-A011-4607-BDB4-5C9528966F69}"/>
              </a:ext>
            </a:extLst>
          </p:cNvPr>
          <p:cNvSpPr>
            <a:spLocks noGrp="1"/>
          </p:cNvSpPr>
          <p:nvPr>
            <p:ph idx="1"/>
          </p:nvPr>
        </p:nvSpPr>
        <p:spPr>
          <a:xfrm>
            <a:off x="358346" y="1282401"/>
            <a:ext cx="8157004" cy="568410"/>
          </a:xfrm>
        </p:spPr>
        <p:txBody>
          <a:bodyPr/>
          <a:lstStyle/>
          <a:p>
            <a:r>
              <a:rPr lang="en-US" altLang="zh-TW" dirty="0">
                <a:latin typeface="Times New Roman" panose="02020603050405020304" pitchFamily="18" charset="0"/>
                <a:cs typeface="Times New Roman" panose="02020603050405020304" pitchFamily="18" charset="0"/>
              </a:rPr>
              <a:t>Sum Frequency Generation (SFG)</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7EEFE6C-559F-4807-9441-F602B9D0E07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36" name="文字方塊 35">
            <a:extLst>
              <a:ext uri="{FF2B5EF4-FFF2-40B4-BE49-F238E27FC236}">
                <a16:creationId xmlns:a16="http://schemas.microsoft.com/office/drawing/2014/main" id="{4CA16FE9-746A-4B2A-83C8-F14AA066219E}"/>
              </a:ext>
            </a:extLst>
          </p:cNvPr>
          <p:cNvSpPr txBox="1"/>
          <p:nvPr/>
        </p:nvSpPr>
        <p:spPr>
          <a:xfrm>
            <a:off x="5237007" y="3444485"/>
            <a:ext cx="2573016"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Momentum Conservation (Quasi Phase Matching)</a:t>
            </a:r>
            <a:endParaRPr lang="zh-TW" altLang="en-US" dirty="0">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A84CEC05-8197-4F41-82BB-160331AF495B}"/>
              </a:ext>
            </a:extLst>
          </p:cNvPr>
          <p:cNvSpPr txBox="1"/>
          <p:nvPr/>
        </p:nvSpPr>
        <p:spPr>
          <a:xfrm>
            <a:off x="1208361" y="3444485"/>
            <a:ext cx="2141832"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Energy Conservation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90869D22-CB99-4E0A-A23B-C4F04EB49C53}"/>
                  </a:ext>
                </a:extLst>
              </p:cNvPr>
              <p:cNvSpPr txBox="1"/>
              <p:nvPr/>
            </p:nvSpPr>
            <p:spPr>
              <a:xfrm>
                <a:off x="464545" y="4057603"/>
                <a:ext cx="36294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a:latin typeface="Cambria Math" panose="02040503050406030204" pitchFamily="18" charset="0"/>
                            </a:rPr>
                            <m:t>ω</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m:rPr>
                              <m:sty m:val="p"/>
                            </m:rPr>
                            <a:rPr lang="el-GR" altLang="zh-TW" i="1">
                              <a:latin typeface="Cambria Math" panose="02040503050406030204" pitchFamily="18" charset="0"/>
                            </a:rPr>
                            <m:t>ω</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m:rPr>
                              <m:sty m:val="p"/>
                            </m:rPr>
                            <a:rPr lang="el-GR" altLang="zh-TW" i="1">
                              <a:latin typeface="Cambria Math" panose="02040503050406030204" pitchFamily="18" charset="0"/>
                            </a:rPr>
                            <m:t>ω</m:t>
                          </m:r>
                        </m:e>
                        <m:sub>
                          <m:r>
                            <a:rPr lang="en-US" altLang="zh-TW" b="0" i="1" smtClean="0">
                              <a:latin typeface="Cambria Math" panose="02040503050406030204" pitchFamily="18" charset="0"/>
                            </a:rPr>
                            <m:t>3</m:t>
                          </m:r>
                        </m:sub>
                      </m:sSub>
                    </m:oMath>
                  </m:oMathPara>
                </a14:m>
                <a:endParaRPr lang="zh-TW" altLang="en-US" dirty="0"/>
              </a:p>
            </p:txBody>
          </p:sp>
        </mc:Choice>
        <mc:Fallback xmlns="">
          <p:sp>
            <p:nvSpPr>
              <p:cNvPr id="45" name="文字方塊 44">
                <a:extLst>
                  <a:ext uri="{FF2B5EF4-FFF2-40B4-BE49-F238E27FC236}">
                    <a16:creationId xmlns:a16="http://schemas.microsoft.com/office/drawing/2014/main" id="{90869D22-CB99-4E0A-A23B-C4F04EB49C53}"/>
                  </a:ext>
                </a:extLst>
              </p:cNvPr>
              <p:cNvSpPr txBox="1">
                <a:spLocks noRot="1" noChangeAspect="1" noMove="1" noResize="1" noEditPoints="1" noAdjustHandles="1" noChangeArrowheads="1" noChangeShapeType="1" noTextEdit="1"/>
              </p:cNvSpPr>
              <p:nvPr/>
            </p:nvSpPr>
            <p:spPr>
              <a:xfrm>
                <a:off x="464545" y="4057603"/>
                <a:ext cx="3629465"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81300401-30CD-4024-9722-F35579FBCCBC}"/>
                  </a:ext>
                </a:extLst>
              </p:cNvPr>
              <p:cNvSpPr txBox="1"/>
              <p:nvPr/>
            </p:nvSpPr>
            <p:spPr>
              <a:xfrm>
                <a:off x="4675930" y="4057603"/>
                <a:ext cx="36294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𝑘</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𝑘</m:t>
                          </m:r>
                        </m:e>
                        <m:sub>
                          <m:r>
                            <m:rPr>
                              <m:sty m:val="p"/>
                            </m:rPr>
                            <a:rPr lang="el-GR" altLang="zh-TW" i="1">
                              <a:solidFill>
                                <a:srgbClr val="FF0000"/>
                              </a:solidFill>
                              <a:latin typeface="Cambria Math" panose="02040503050406030204" pitchFamily="18" charset="0"/>
                            </a:rPr>
                            <m:t>Λ</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b="0" i="1" smtClean="0">
                              <a:latin typeface="Cambria Math" panose="02040503050406030204" pitchFamily="18" charset="0"/>
                            </a:rPr>
                            <m:t>3</m:t>
                          </m:r>
                        </m:sub>
                      </m:sSub>
                    </m:oMath>
                  </m:oMathPara>
                </a14:m>
                <a:endParaRPr lang="zh-TW" altLang="en-US" dirty="0"/>
              </a:p>
            </p:txBody>
          </p:sp>
        </mc:Choice>
        <mc:Fallback xmlns="">
          <p:sp>
            <p:nvSpPr>
              <p:cNvPr id="46" name="文字方塊 45">
                <a:extLst>
                  <a:ext uri="{FF2B5EF4-FFF2-40B4-BE49-F238E27FC236}">
                    <a16:creationId xmlns:a16="http://schemas.microsoft.com/office/drawing/2014/main" id="{81300401-30CD-4024-9722-F35579FBCCBC}"/>
                  </a:ext>
                </a:extLst>
              </p:cNvPr>
              <p:cNvSpPr txBox="1">
                <a:spLocks noRot="1" noChangeAspect="1" noMove="1" noResize="1" noEditPoints="1" noAdjustHandles="1" noChangeArrowheads="1" noChangeShapeType="1" noTextEdit="1"/>
              </p:cNvSpPr>
              <p:nvPr/>
            </p:nvSpPr>
            <p:spPr>
              <a:xfrm>
                <a:off x="4675930" y="4057603"/>
                <a:ext cx="3629465" cy="369332"/>
              </a:xfrm>
              <a:prstGeom prst="rect">
                <a:avLst/>
              </a:prstGeom>
              <a:blipFill>
                <a:blip r:embed="rId4"/>
                <a:stretch>
                  <a:fillRect/>
                </a:stretch>
              </a:blipFill>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id="{A3650791-95B8-4E8E-A716-46292BA1D04F}"/>
              </a:ext>
            </a:extLst>
          </p:cNvPr>
          <p:cNvSpPr/>
          <p:nvPr/>
        </p:nvSpPr>
        <p:spPr>
          <a:xfrm>
            <a:off x="3151623" y="2184400"/>
            <a:ext cx="2445235" cy="5684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altLang="zh-TW"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Χ</a:t>
            </a:r>
            <a:r>
              <a:rPr lang="en-US" altLang="zh-TW" baseline="300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(2)</a:t>
            </a:r>
            <a:r>
              <a:rPr lang="en-US" altLang="zh-TW"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crystal</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5" name="箭號: 向右 4">
            <a:extLst>
              <a:ext uri="{FF2B5EF4-FFF2-40B4-BE49-F238E27FC236}">
                <a16:creationId xmlns:a16="http://schemas.microsoft.com/office/drawing/2014/main" id="{30513738-B1C0-41B7-80E6-8ACE31C879DA}"/>
              </a:ext>
            </a:extLst>
          </p:cNvPr>
          <p:cNvSpPr/>
          <p:nvPr/>
        </p:nvSpPr>
        <p:spPr>
          <a:xfrm>
            <a:off x="5945254" y="2323027"/>
            <a:ext cx="1636595" cy="22156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箭號: 向右 37">
            <a:extLst>
              <a:ext uri="{FF2B5EF4-FFF2-40B4-BE49-F238E27FC236}">
                <a16:creationId xmlns:a16="http://schemas.microsoft.com/office/drawing/2014/main" id="{893A79A3-9E61-4D6B-B79A-66B0CE2DC5AB}"/>
              </a:ext>
            </a:extLst>
          </p:cNvPr>
          <p:cNvSpPr/>
          <p:nvPr/>
        </p:nvSpPr>
        <p:spPr>
          <a:xfrm>
            <a:off x="1231576" y="2242570"/>
            <a:ext cx="1636595" cy="221565"/>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箭號: 向右 38">
            <a:extLst>
              <a:ext uri="{FF2B5EF4-FFF2-40B4-BE49-F238E27FC236}">
                <a16:creationId xmlns:a16="http://schemas.microsoft.com/office/drawing/2014/main" id="{2C5681DC-B031-4FCC-BA37-8B7F26BFDB24}"/>
              </a:ext>
            </a:extLst>
          </p:cNvPr>
          <p:cNvSpPr/>
          <p:nvPr/>
        </p:nvSpPr>
        <p:spPr>
          <a:xfrm>
            <a:off x="1231576" y="2464135"/>
            <a:ext cx="1636595" cy="22156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文字方塊 46">
            <a:extLst>
              <a:ext uri="{FF2B5EF4-FFF2-40B4-BE49-F238E27FC236}">
                <a16:creationId xmlns:a16="http://schemas.microsoft.com/office/drawing/2014/main" id="{AAA053E2-8B19-4407-9F2C-DD01F101A4BC}"/>
              </a:ext>
            </a:extLst>
          </p:cNvPr>
          <p:cNvSpPr txBox="1"/>
          <p:nvPr/>
        </p:nvSpPr>
        <p:spPr>
          <a:xfrm>
            <a:off x="6545983" y="2503502"/>
            <a:ext cx="435136" cy="369332"/>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ω</a:t>
            </a:r>
            <a:r>
              <a:rPr lang="en-US" altLang="zh-TW" baseline="-25000" dirty="0">
                <a:latin typeface="Times New Roman" panose="02020603050405020304" pitchFamily="18" charset="0"/>
                <a:ea typeface="SimSun" panose="02010600030101010101" pitchFamily="2" charset="-122"/>
                <a:cs typeface="Times New Roman" panose="02020603050405020304" pitchFamily="18" charset="0"/>
              </a:rPr>
              <a:t>3</a:t>
            </a:r>
            <a:endParaRPr lang="zh-TW" altLang="en-US" baseline="-250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895BBEBC-AAA5-44E2-80EF-E4FFA42BE03D}"/>
              </a:ext>
            </a:extLst>
          </p:cNvPr>
          <p:cNvSpPr txBox="1"/>
          <p:nvPr/>
        </p:nvSpPr>
        <p:spPr>
          <a:xfrm>
            <a:off x="1867755" y="1874583"/>
            <a:ext cx="435136" cy="369332"/>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ω</a:t>
            </a:r>
            <a:r>
              <a:rPr lang="en-US" altLang="zh-TW" baseline="-25000" dirty="0">
                <a:latin typeface="Times New Roman" panose="02020603050405020304" pitchFamily="18" charset="0"/>
                <a:ea typeface="SimSun" panose="02010600030101010101" pitchFamily="2" charset="-122"/>
                <a:cs typeface="Times New Roman" panose="02020603050405020304" pitchFamily="18" charset="0"/>
              </a:rPr>
              <a:t>1</a:t>
            </a:r>
            <a:endParaRPr lang="zh-TW" altLang="en-US" baseline="-250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235E7647-C9A0-4157-9C7F-7E6C1D5D9F27}"/>
              </a:ext>
            </a:extLst>
          </p:cNvPr>
          <p:cNvSpPr txBox="1"/>
          <p:nvPr/>
        </p:nvSpPr>
        <p:spPr>
          <a:xfrm>
            <a:off x="1867755" y="2562302"/>
            <a:ext cx="435136" cy="369332"/>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ω</a:t>
            </a:r>
            <a:r>
              <a:rPr lang="en-US" altLang="zh-TW" baseline="-25000" dirty="0">
                <a:latin typeface="Times New Roman" panose="02020603050405020304" pitchFamily="18" charset="0"/>
                <a:ea typeface="SimSun" panose="02010600030101010101" pitchFamily="2" charset="-122"/>
                <a:cs typeface="Times New Roman" panose="02020603050405020304" pitchFamily="18" charset="0"/>
              </a:rPr>
              <a:t>2</a:t>
            </a:r>
            <a:endParaRPr lang="zh-TW" altLang="en-US" baseline="-25000" dirty="0">
              <a:latin typeface="Times New Roman" panose="02020603050405020304" pitchFamily="18" charset="0"/>
              <a:cs typeface="Times New Roman" panose="02020603050405020304" pitchFamily="18" charset="0"/>
            </a:endParaRPr>
          </a:p>
        </p:txBody>
      </p:sp>
      <p:cxnSp>
        <p:nvCxnSpPr>
          <p:cNvPr id="41" name="直線接點 40">
            <a:extLst>
              <a:ext uri="{FF2B5EF4-FFF2-40B4-BE49-F238E27FC236}">
                <a16:creationId xmlns:a16="http://schemas.microsoft.com/office/drawing/2014/main" id="{7579981D-7C1E-49ED-8353-5B010C3C94C6}"/>
              </a:ext>
            </a:extLst>
          </p:cNvPr>
          <p:cNvCxnSpPr/>
          <p:nvPr/>
        </p:nvCxnSpPr>
        <p:spPr>
          <a:xfrm>
            <a:off x="1057906" y="4803450"/>
            <a:ext cx="2187146" cy="0"/>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42" name="直線接點 41">
            <a:extLst>
              <a:ext uri="{FF2B5EF4-FFF2-40B4-BE49-F238E27FC236}">
                <a16:creationId xmlns:a16="http://schemas.microsoft.com/office/drawing/2014/main" id="{B6494FA4-9D31-40EA-AC12-17DCC92B0D87}"/>
              </a:ext>
            </a:extLst>
          </p:cNvPr>
          <p:cNvCxnSpPr/>
          <p:nvPr/>
        </p:nvCxnSpPr>
        <p:spPr>
          <a:xfrm>
            <a:off x="1057906" y="6416007"/>
            <a:ext cx="2187146"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id="{0D3B1B23-2FF7-4543-97FC-890AD216394A}"/>
              </a:ext>
            </a:extLst>
          </p:cNvPr>
          <p:cNvCxnSpPr>
            <a:cxnSpLocks/>
          </p:cNvCxnSpPr>
          <p:nvPr/>
        </p:nvCxnSpPr>
        <p:spPr>
          <a:xfrm rot="10800000" flipV="1">
            <a:off x="2639966" y="4811481"/>
            <a:ext cx="0" cy="161255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CF2D77AC-E488-4A0C-8797-752740F65494}"/>
              </a:ext>
            </a:extLst>
          </p:cNvPr>
          <p:cNvCxnSpPr>
            <a:cxnSpLocks/>
          </p:cNvCxnSpPr>
          <p:nvPr/>
        </p:nvCxnSpPr>
        <p:spPr>
          <a:xfrm rot="10800000">
            <a:off x="1703547" y="4795420"/>
            <a:ext cx="0" cy="87732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BF6809FA-2C60-408E-8330-1A9F725B31F4}"/>
              </a:ext>
            </a:extLst>
          </p:cNvPr>
          <p:cNvCxnSpPr>
            <a:cxnSpLocks/>
          </p:cNvCxnSpPr>
          <p:nvPr/>
        </p:nvCxnSpPr>
        <p:spPr>
          <a:xfrm rot="10800000">
            <a:off x="1703547" y="5672749"/>
            <a:ext cx="0" cy="7352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BA84D841-951B-4AE0-97A1-55F6C254B7AF}"/>
                  </a:ext>
                </a:extLst>
              </p:cNvPr>
              <p:cNvSpPr txBox="1"/>
              <p:nvPr/>
            </p:nvSpPr>
            <p:spPr>
              <a:xfrm>
                <a:off x="2868171" y="5437594"/>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3</m:t>
                          </m:r>
                        </m:sub>
                      </m:sSub>
                    </m:oMath>
                  </m:oMathPara>
                </a14:m>
                <a:endParaRPr lang="zh-TW" altLang="en-US" dirty="0"/>
              </a:p>
            </p:txBody>
          </p:sp>
        </mc:Choice>
        <mc:Fallback xmlns="">
          <p:sp>
            <p:nvSpPr>
              <p:cNvPr id="52" name="文字方塊 51">
                <a:extLst>
                  <a:ext uri="{FF2B5EF4-FFF2-40B4-BE49-F238E27FC236}">
                    <a16:creationId xmlns:a16="http://schemas.microsoft.com/office/drawing/2014/main" id="{BA84D841-951B-4AE0-97A1-55F6C254B7AF}"/>
                  </a:ext>
                </a:extLst>
              </p:cNvPr>
              <p:cNvSpPr txBox="1">
                <a:spLocks noRot="1" noChangeAspect="1" noMove="1" noResize="1" noEditPoints="1" noAdjustHandles="1" noChangeArrowheads="1" noChangeShapeType="1" noTextEdit="1"/>
              </p:cNvSpPr>
              <p:nvPr/>
            </p:nvSpPr>
            <p:spPr>
              <a:xfrm>
                <a:off x="2868171" y="5437594"/>
                <a:ext cx="753762"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9FC8E0C3-4014-4D3C-9AD9-7B55D3B3C6D0}"/>
                  </a:ext>
                </a:extLst>
              </p:cNvPr>
              <p:cNvSpPr txBox="1"/>
              <p:nvPr/>
            </p:nvSpPr>
            <p:spPr>
              <a:xfrm>
                <a:off x="536405" y="5101573"/>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53" name="文字方塊 52">
                <a:extLst>
                  <a:ext uri="{FF2B5EF4-FFF2-40B4-BE49-F238E27FC236}">
                    <a16:creationId xmlns:a16="http://schemas.microsoft.com/office/drawing/2014/main" id="{9FC8E0C3-4014-4D3C-9AD9-7B55D3B3C6D0}"/>
                  </a:ext>
                </a:extLst>
              </p:cNvPr>
              <p:cNvSpPr txBox="1">
                <a:spLocks noRot="1" noChangeAspect="1" noMove="1" noResize="1" noEditPoints="1" noAdjustHandles="1" noChangeArrowheads="1" noChangeShapeType="1" noTextEdit="1"/>
              </p:cNvSpPr>
              <p:nvPr/>
            </p:nvSpPr>
            <p:spPr>
              <a:xfrm>
                <a:off x="536405" y="5101573"/>
                <a:ext cx="753762"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AC6A0394-8AC2-4B0C-B303-1D9A4DC3F4D4}"/>
                  </a:ext>
                </a:extLst>
              </p:cNvPr>
              <p:cNvSpPr txBox="1"/>
              <p:nvPr/>
            </p:nvSpPr>
            <p:spPr>
              <a:xfrm>
                <a:off x="535637" y="5855697"/>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54" name="文字方塊 53">
                <a:extLst>
                  <a:ext uri="{FF2B5EF4-FFF2-40B4-BE49-F238E27FC236}">
                    <a16:creationId xmlns:a16="http://schemas.microsoft.com/office/drawing/2014/main" id="{AC6A0394-8AC2-4B0C-B303-1D9A4DC3F4D4}"/>
                  </a:ext>
                </a:extLst>
              </p:cNvPr>
              <p:cNvSpPr txBox="1">
                <a:spLocks noRot="1" noChangeAspect="1" noMove="1" noResize="1" noEditPoints="1" noAdjustHandles="1" noChangeArrowheads="1" noChangeShapeType="1" noTextEdit="1"/>
              </p:cNvSpPr>
              <p:nvPr/>
            </p:nvSpPr>
            <p:spPr>
              <a:xfrm>
                <a:off x="535637" y="5855697"/>
                <a:ext cx="753762" cy="369332"/>
              </a:xfrm>
              <a:prstGeom prst="rect">
                <a:avLst/>
              </a:prstGeom>
              <a:blipFill>
                <a:blip r:embed="rId7"/>
                <a:stretch>
                  <a:fillRect/>
                </a:stretch>
              </a:blipFill>
            </p:spPr>
            <p:txBody>
              <a:bodyPr/>
              <a:lstStyle/>
              <a:p>
                <a:r>
                  <a:rPr lang="zh-TW" altLang="en-US">
                    <a:noFill/>
                  </a:rPr>
                  <a:t> </a:t>
                </a:r>
              </a:p>
            </p:txBody>
          </p:sp>
        </mc:Fallback>
      </mc:AlternateContent>
      <p:cxnSp>
        <p:nvCxnSpPr>
          <p:cNvPr id="55" name="直線接點 54">
            <a:extLst>
              <a:ext uri="{FF2B5EF4-FFF2-40B4-BE49-F238E27FC236}">
                <a16:creationId xmlns:a16="http://schemas.microsoft.com/office/drawing/2014/main" id="{1A8B40F9-92EC-42F6-9E0B-0D10B4103F60}"/>
              </a:ext>
            </a:extLst>
          </p:cNvPr>
          <p:cNvCxnSpPr>
            <a:cxnSpLocks/>
          </p:cNvCxnSpPr>
          <p:nvPr/>
        </p:nvCxnSpPr>
        <p:spPr>
          <a:xfrm>
            <a:off x="1345201" y="5672749"/>
            <a:ext cx="716691" cy="0"/>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56" name="直線單箭頭接點 55">
            <a:extLst>
              <a:ext uri="{FF2B5EF4-FFF2-40B4-BE49-F238E27FC236}">
                <a16:creationId xmlns:a16="http://schemas.microsoft.com/office/drawing/2014/main" id="{AFAFEF61-8C16-4C8E-8B13-F45667DD4384}"/>
              </a:ext>
            </a:extLst>
          </p:cNvPr>
          <p:cNvCxnSpPr>
            <a:cxnSpLocks/>
          </p:cNvCxnSpPr>
          <p:nvPr/>
        </p:nvCxnSpPr>
        <p:spPr>
          <a:xfrm>
            <a:off x="4746649" y="5753144"/>
            <a:ext cx="3558746"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A9B58B9F-5539-4FC1-B635-AB05B1000FA9}"/>
              </a:ext>
            </a:extLst>
          </p:cNvPr>
          <p:cNvCxnSpPr>
            <a:cxnSpLocks/>
          </p:cNvCxnSpPr>
          <p:nvPr/>
        </p:nvCxnSpPr>
        <p:spPr>
          <a:xfrm>
            <a:off x="4746649" y="5326835"/>
            <a:ext cx="164344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a:extLst>
              <a:ext uri="{FF2B5EF4-FFF2-40B4-BE49-F238E27FC236}">
                <a16:creationId xmlns:a16="http://schemas.microsoft.com/office/drawing/2014/main" id="{FACC41DA-C4B5-4778-908A-736CC5ABAC30}"/>
              </a:ext>
            </a:extLst>
          </p:cNvPr>
          <p:cNvCxnSpPr>
            <a:cxnSpLocks/>
          </p:cNvCxnSpPr>
          <p:nvPr/>
        </p:nvCxnSpPr>
        <p:spPr>
          <a:xfrm>
            <a:off x="6390097" y="5326835"/>
            <a:ext cx="108739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946A7D6B-23C4-432A-B37F-98193486A07E}"/>
              </a:ext>
            </a:extLst>
          </p:cNvPr>
          <p:cNvCxnSpPr>
            <a:cxnSpLocks/>
          </p:cNvCxnSpPr>
          <p:nvPr/>
        </p:nvCxnSpPr>
        <p:spPr>
          <a:xfrm>
            <a:off x="7477492" y="5326835"/>
            <a:ext cx="8279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2BFC0695-DDEF-4535-82F4-C839A744E12B}"/>
                  </a:ext>
                </a:extLst>
              </p:cNvPr>
              <p:cNvSpPr txBox="1"/>
              <p:nvPr/>
            </p:nvSpPr>
            <p:spPr>
              <a:xfrm>
                <a:off x="6149141" y="5862463"/>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3</m:t>
                          </m:r>
                        </m:sub>
                      </m:sSub>
                    </m:oMath>
                  </m:oMathPara>
                </a14:m>
                <a:endParaRPr lang="zh-TW" altLang="en-US" dirty="0"/>
              </a:p>
            </p:txBody>
          </p:sp>
        </mc:Choice>
        <mc:Fallback xmlns="">
          <p:sp>
            <p:nvSpPr>
              <p:cNvPr id="60" name="文字方塊 59">
                <a:extLst>
                  <a:ext uri="{FF2B5EF4-FFF2-40B4-BE49-F238E27FC236}">
                    <a16:creationId xmlns:a16="http://schemas.microsoft.com/office/drawing/2014/main" id="{2BFC0695-DDEF-4535-82F4-C839A744E12B}"/>
                  </a:ext>
                </a:extLst>
              </p:cNvPr>
              <p:cNvSpPr txBox="1">
                <a:spLocks noRot="1" noChangeAspect="1" noMove="1" noResize="1" noEditPoints="1" noAdjustHandles="1" noChangeArrowheads="1" noChangeShapeType="1" noTextEdit="1"/>
              </p:cNvSpPr>
              <p:nvPr/>
            </p:nvSpPr>
            <p:spPr>
              <a:xfrm>
                <a:off x="6149141" y="5862463"/>
                <a:ext cx="753762" cy="36933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41E2B93F-659B-4F7C-836E-261DCA0148F7}"/>
                  </a:ext>
                </a:extLst>
              </p:cNvPr>
              <p:cNvSpPr txBox="1"/>
              <p:nvPr/>
            </p:nvSpPr>
            <p:spPr>
              <a:xfrm>
                <a:off x="5191492" y="4833250"/>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61" name="文字方塊 60">
                <a:extLst>
                  <a:ext uri="{FF2B5EF4-FFF2-40B4-BE49-F238E27FC236}">
                    <a16:creationId xmlns:a16="http://schemas.microsoft.com/office/drawing/2014/main" id="{41E2B93F-659B-4F7C-836E-261DCA0148F7}"/>
                  </a:ext>
                </a:extLst>
              </p:cNvPr>
              <p:cNvSpPr txBox="1">
                <a:spLocks noRot="1" noChangeAspect="1" noMove="1" noResize="1" noEditPoints="1" noAdjustHandles="1" noChangeArrowheads="1" noChangeShapeType="1" noTextEdit="1"/>
              </p:cNvSpPr>
              <p:nvPr/>
            </p:nvSpPr>
            <p:spPr>
              <a:xfrm>
                <a:off x="5191492" y="4833250"/>
                <a:ext cx="753762" cy="369332"/>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EBA3636D-B2AD-47ED-A730-D2FDE6F23113}"/>
                  </a:ext>
                </a:extLst>
              </p:cNvPr>
              <p:cNvSpPr txBox="1"/>
              <p:nvPr/>
            </p:nvSpPr>
            <p:spPr>
              <a:xfrm>
                <a:off x="6556913" y="4833250"/>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62" name="文字方塊 61">
                <a:extLst>
                  <a:ext uri="{FF2B5EF4-FFF2-40B4-BE49-F238E27FC236}">
                    <a16:creationId xmlns:a16="http://schemas.microsoft.com/office/drawing/2014/main" id="{EBA3636D-B2AD-47ED-A730-D2FDE6F23113}"/>
                  </a:ext>
                </a:extLst>
              </p:cNvPr>
              <p:cNvSpPr txBox="1">
                <a:spLocks noRot="1" noChangeAspect="1" noMove="1" noResize="1" noEditPoints="1" noAdjustHandles="1" noChangeArrowheads="1" noChangeShapeType="1" noTextEdit="1"/>
              </p:cNvSpPr>
              <p:nvPr/>
            </p:nvSpPr>
            <p:spPr>
              <a:xfrm>
                <a:off x="6556913" y="4833250"/>
                <a:ext cx="753762"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A6E8433F-CA1F-48B5-B503-55F3286212BB}"/>
                  </a:ext>
                </a:extLst>
              </p:cNvPr>
              <p:cNvSpPr txBox="1"/>
              <p:nvPr/>
            </p:nvSpPr>
            <p:spPr>
              <a:xfrm>
                <a:off x="7520740" y="4827497"/>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m:rPr>
                              <m:sty m:val="p"/>
                            </m:rPr>
                            <a:rPr lang="en-US" altLang="zh-TW" i="1" smtClean="0">
                              <a:latin typeface="Cambria Math" panose="02040503050406030204" pitchFamily="18" charset="0"/>
                            </a:rPr>
                            <m:t>Λ</m:t>
                          </m:r>
                        </m:sub>
                      </m:sSub>
                    </m:oMath>
                  </m:oMathPara>
                </a14:m>
                <a:endParaRPr lang="zh-TW" altLang="en-US" dirty="0"/>
              </a:p>
            </p:txBody>
          </p:sp>
        </mc:Choice>
        <mc:Fallback xmlns="">
          <p:sp>
            <p:nvSpPr>
              <p:cNvPr id="63" name="文字方塊 62">
                <a:extLst>
                  <a:ext uri="{FF2B5EF4-FFF2-40B4-BE49-F238E27FC236}">
                    <a16:creationId xmlns:a16="http://schemas.microsoft.com/office/drawing/2014/main" id="{A6E8433F-CA1F-48B5-B503-55F3286212BB}"/>
                  </a:ext>
                </a:extLst>
              </p:cNvPr>
              <p:cNvSpPr txBox="1">
                <a:spLocks noRot="1" noChangeAspect="1" noMove="1" noResize="1" noEditPoints="1" noAdjustHandles="1" noChangeArrowheads="1" noChangeShapeType="1" noTextEdit="1"/>
              </p:cNvSpPr>
              <p:nvPr/>
            </p:nvSpPr>
            <p:spPr>
              <a:xfrm>
                <a:off x="7520740" y="4827497"/>
                <a:ext cx="753762" cy="369332"/>
              </a:xfrm>
              <a:prstGeom prst="rect">
                <a:avLst/>
              </a:prstGeom>
              <a:blipFill>
                <a:blip r:embed="rId11"/>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2045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標題 1">
            <a:extLst>
              <a:ext uri="{FF2B5EF4-FFF2-40B4-BE49-F238E27FC236}">
                <a16:creationId xmlns:a16="http://schemas.microsoft.com/office/drawing/2014/main" id="{748B4C5B-BCAC-4C79-8AE7-5194BC0BDECD}"/>
              </a:ext>
            </a:extLst>
          </p:cNvPr>
          <p:cNvSpPr>
            <a:spLocks noGrp="1"/>
          </p:cNvSpPr>
          <p:nvPr>
            <p:ph type="title"/>
          </p:nvPr>
        </p:nvSpPr>
        <p:spPr>
          <a:xfrm>
            <a:off x="358346" y="230191"/>
            <a:ext cx="8157004" cy="781178"/>
          </a:xfrm>
        </p:spPr>
        <p:txBody>
          <a:bodyPr/>
          <a:lstStyle/>
          <a:p>
            <a:r>
              <a:rPr lang="en-US" altLang="zh-TW" b="1" dirty="0">
                <a:latin typeface="Times New Roman" panose="02020603050405020304" pitchFamily="18" charset="0"/>
                <a:cs typeface="Times New Roman" panose="02020603050405020304" pitchFamily="18" charset="0"/>
              </a:rPr>
              <a:t>Working Principle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4DF6F6C-A011-4607-BDB4-5C9528966F69}"/>
              </a:ext>
            </a:extLst>
          </p:cNvPr>
          <p:cNvSpPr>
            <a:spLocks noGrp="1"/>
          </p:cNvSpPr>
          <p:nvPr>
            <p:ph idx="1"/>
          </p:nvPr>
        </p:nvSpPr>
        <p:spPr>
          <a:xfrm>
            <a:off x="358346" y="1282401"/>
            <a:ext cx="8157004" cy="568410"/>
          </a:xfrm>
        </p:spPr>
        <p:txBody>
          <a:bodyPr/>
          <a:lstStyle/>
          <a:p>
            <a:r>
              <a:rPr lang="en-US" altLang="zh-TW" dirty="0">
                <a:latin typeface="Times New Roman" panose="02020603050405020304" pitchFamily="18" charset="0"/>
                <a:cs typeface="Times New Roman" panose="02020603050405020304" pitchFamily="18" charset="0"/>
              </a:rPr>
              <a:t>Spontaneous Parametric Down Conversion (SPDC)</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7EEFE6C-559F-4807-9441-F602B9D0E07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36" name="文字方塊 35">
            <a:extLst>
              <a:ext uri="{FF2B5EF4-FFF2-40B4-BE49-F238E27FC236}">
                <a16:creationId xmlns:a16="http://schemas.microsoft.com/office/drawing/2014/main" id="{4CA16FE9-746A-4B2A-83C8-F14AA066219E}"/>
              </a:ext>
            </a:extLst>
          </p:cNvPr>
          <p:cNvSpPr txBox="1"/>
          <p:nvPr/>
        </p:nvSpPr>
        <p:spPr>
          <a:xfrm>
            <a:off x="5237007" y="3444485"/>
            <a:ext cx="2573016"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Momentum Conservation (Quasi Phase Matching)</a:t>
            </a:r>
            <a:endParaRPr lang="zh-TW" altLang="en-US" dirty="0">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A84CEC05-8197-4F41-82BB-160331AF495B}"/>
              </a:ext>
            </a:extLst>
          </p:cNvPr>
          <p:cNvSpPr txBox="1"/>
          <p:nvPr/>
        </p:nvSpPr>
        <p:spPr>
          <a:xfrm>
            <a:off x="1208361" y="3444485"/>
            <a:ext cx="2141832"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Energy Conservation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90869D22-CB99-4E0A-A23B-C4F04EB49C53}"/>
                  </a:ext>
                </a:extLst>
              </p:cNvPr>
              <p:cNvSpPr txBox="1"/>
              <p:nvPr/>
            </p:nvSpPr>
            <p:spPr>
              <a:xfrm>
                <a:off x="464545" y="4057603"/>
                <a:ext cx="3629465"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m:rPr>
                              <m:sty m:val="p"/>
                            </m:rPr>
                            <a:rPr lang="el-GR" altLang="zh-TW" b="0" i="1" smtClean="0">
                              <a:latin typeface="Cambria Math" panose="02040503050406030204" pitchFamily="18" charset="0"/>
                            </a:rPr>
                            <m:t>ω</m:t>
                          </m:r>
                        </m:e>
                        <m:sub>
                          <m:r>
                            <a:rPr lang="en-US" altLang="zh-TW" b="0" i="1" smtClean="0">
                              <a:latin typeface="Cambria Math" panose="02040503050406030204" pitchFamily="18" charset="0"/>
                            </a:rPr>
                            <m:t>𝑠</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m:rPr>
                              <m:sty m:val="p"/>
                            </m:rPr>
                            <a:rPr lang="el-GR" altLang="zh-TW" b="0" i="1" smtClean="0">
                              <a:latin typeface="Cambria Math" panose="02040503050406030204" pitchFamily="18" charset="0"/>
                            </a:rPr>
                            <m:t>ω</m:t>
                          </m:r>
                        </m:e>
                        <m:sub>
                          <m:r>
                            <a:rPr lang="en-US" altLang="zh-TW" b="0" i="1" smtClean="0">
                              <a:latin typeface="Cambria Math" panose="02040503050406030204" pitchFamily="18" charset="0"/>
                            </a:rPr>
                            <m:t>𝑖</m:t>
                          </m:r>
                        </m:sub>
                      </m:sSub>
                    </m:oMath>
                  </m:oMathPara>
                </a14:m>
                <a:endParaRPr lang="zh-TW" altLang="en-US" dirty="0"/>
              </a:p>
            </p:txBody>
          </p:sp>
        </mc:Choice>
        <mc:Fallback xmlns="">
          <p:sp>
            <p:nvSpPr>
              <p:cNvPr id="45" name="文字方塊 44">
                <a:extLst>
                  <a:ext uri="{FF2B5EF4-FFF2-40B4-BE49-F238E27FC236}">
                    <a16:creationId xmlns:a16="http://schemas.microsoft.com/office/drawing/2014/main" id="{90869D22-CB99-4E0A-A23B-C4F04EB49C53}"/>
                  </a:ext>
                </a:extLst>
              </p:cNvPr>
              <p:cNvSpPr txBox="1">
                <a:spLocks noRot="1" noChangeAspect="1" noMove="1" noResize="1" noEditPoints="1" noAdjustHandles="1" noChangeArrowheads="1" noChangeShapeType="1" noTextEdit="1"/>
              </p:cNvSpPr>
              <p:nvPr/>
            </p:nvSpPr>
            <p:spPr>
              <a:xfrm>
                <a:off x="464545" y="4057603"/>
                <a:ext cx="3629465" cy="390748"/>
              </a:xfrm>
              <a:prstGeom prst="rect">
                <a:avLst/>
              </a:prstGeom>
              <a:blipFill>
                <a:blip r:embed="rId3"/>
                <a:stretch>
                  <a:fillRect b="-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81300401-30CD-4024-9722-F35579FBCCBC}"/>
                  </a:ext>
                </a:extLst>
              </p:cNvPr>
              <p:cNvSpPr txBox="1"/>
              <p:nvPr/>
            </p:nvSpPr>
            <p:spPr>
              <a:xfrm>
                <a:off x="4675930" y="4057603"/>
                <a:ext cx="3629465"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𝑠</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𝑘</m:t>
                          </m:r>
                        </m:e>
                        <m:sub>
                          <m:r>
                            <m:rPr>
                              <m:sty m:val="p"/>
                            </m:rPr>
                            <a:rPr lang="el-GR" altLang="zh-TW" b="0" i="1" smtClean="0">
                              <a:solidFill>
                                <a:srgbClr val="FF0000"/>
                              </a:solidFill>
                              <a:latin typeface="Cambria Math" panose="02040503050406030204" pitchFamily="18" charset="0"/>
                            </a:rPr>
                            <m:t>Λ</m:t>
                          </m:r>
                        </m:sub>
                      </m:sSub>
                    </m:oMath>
                  </m:oMathPara>
                </a14:m>
                <a:endParaRPr lang="zh-TW" altLang="en-US" dirty="0"/>
              </a:p>
            </p:txBody>
          </p:sp>
        </mc:Choice>
        <mc:Fallback xmlns="">
          <p:sp>
            <p:nvSpPr>
              <p:cNvPr id="46" name="文字方塊 45">
                <a:extLst>
                  <a:ext uri="{FF2B5EF4-FFF2-40B4-BE49-F238E27FC236}">
                    <a16:creationId xmlns:a16="http://schemas.microsoft.com/office/drawing/2014/main" id="{81300401-30CD-4024-9722-F35579FBCCBC}"/>
                  </a:ext>
                </a:extLst>
              </p:cNvPr>
              <p:cNvSpPr txBox="1">
                <a:spLocks noRot="1" noChangeAspect="1" noMove="1" noResize="1" noEditPoints="1" noAdjustHandles="1" noChangeArrowheads="1" noChangeShapeType="1" noTextEdit="1"/>
              </p:cNvSpPr>
              <p:nvPr/>
            </p:nvSpPr>
            <p:spPr>
              <a:xfrm>
                <a:off x="4675930" y="4057603"/>
                <a:ext cx="3629465" cy="390748"/>
              </a:xfrm>
              <a:prstGeom prst="rect">
                <a:avLst/>
              </a:prstGeom>
              <a:blipFill>
                <a:blip r:embed="rId4"/>
                <a:stretch>
                  <a:fillRect b="-3125"/>
                </a:stretch>
              </a:blipFill>
            </p:spPr>
            <p:txBody>
              <a:bodyPr/>
              <a:lstStyle/>
              <a:p>
                <a:r>
                  <a:rPr lang="zh-TW" altLang="en-US">
                    <a:noFill/>
                  </a:rPr>
                  <a:t> </a:t>
                </a:r>
              </a:p>
            </p:txBody>
          </p:sp>
        </mc:Fallback>
      </mc:AlternateContent>
      <p:sp>
        <p:nvSpPr>
          <p:cNvPr id="2" name="矩形 1">
            <a:extLst>
              <a:ext uri="{FF2B5EF4-FFF2-40B4-BE49-F238E27FC236}">
                <a16:creationId xmlns:a16="http://schemas.microsoft.com/office/drawing/2014/main" id="{A3650791-95B8-4E8E-A716-46292BA1D04F}"/>
              </a:ext>
            </a:extLst>
          </p:cNvPr>
          <p:cNvSpPr/>
          <p:nvPr/>
        </p:nvSpPr>
        <p:spPr>
          <a:xfrm>
            <a:off x="3151623" y="2184400"/>
            <a:ext cx="2445235" cy="5684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altLang="zh-TW"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Χ</a:t>
            </a:r>
            <a:r>
              <a:rPr lang="en-US" altLang="zh-TW" baseline="300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(2)</a:t>
            </a:r>
            <a:r>
              <a:rPr lang="en-US" altLang="zh-TW"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 crystal</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5" name="箭號: 向右 4">
            <a:extLst>
              <a:ext uri="{FF2B5EF4-FFF2-40B4-BE49-F238E27FC236}">
                <a16:creationId xmlns:a16="http://schemas.microsoft.com/office/drawing/2014/main" id="{30513738-B1C0-41B7-80E6-8ACE31C879DA}"/>
              </a:ext>
            </a:extLst>
          </p:cNvPr>
          <p:cNvSpPr/>
          <p:nvPr/>
        </p:nvSpPr>
        <p:spPr>
          <a:xfrm>
            <a:off x="1346550" y="2353165"/>
            <a:ext cx="1636595" cy="22156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箭號: 向右 37">
            <a:extLst>
              <a:ext uri="{FF2B5EF4-FFF2-40B4-BE49-F238E27FC236}">
                <a16:creationId xmlns:a16="http://schemas.microsoft.com/office/drawing/2014/main" id="{893A79A3-9E61-4D6B-B79A-66B0CE2DC5AB}"/>
              </a:ext>
            </a:extLst>
          </p:cNvPr>
          <p:cNvSpPr/>
          <p:nvPr/>
        </p:nvSpPr>
        <p:spPr>
          <a:xfrm>
            <a:off x="5765336" y="2270486"/>
            <a:ext cx="1636595" cy="221565"/>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箭號: 向右 38">
            <a:extLst>
              <a:ext uri="{FF2B5EF4-FFF2-40B4-BE49-F238E27FC236}">
                <a16:creationId xmlns:a16="http://schemas.microsoft.com/office/drawing/2014/main" id="{2C5681DC-B031-4FCC-BA37-8B7F26BFDB24}"/>
              </a:ext>
            </a:extLst>
          </p:cNvPr>
          <p:cNvSpPr/>
          <p:nvPr/>
        </p:nvSpPr>
        <p:spPr>
          <a:xfrm>
            <a:off x="5765336" y="2492051"/>
            <a:ext cx="1636595" cy="22156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文字方塊 46">
            <a:extLst>
              <a:ext uri="{FF2B5EF4-FFF2-40B4-BE49-F238E27FC236}">
                <a16:creationId xmlns:a16="http://schemas.microsoft.com/office/drawing/2014/main" id="{AAA053E2-8B19-4407-9F2C-DD01F101A4BC}"/>
              </a:ext>
            </a:extLst>
          </p:cNvPr>
          <p:cNvSpPr txBox="1"/>
          <p:nvPr/>
        </p:nvSpPr>
        <p:spPr>
          <a:xfrm>
            <a:off x="1947279" y="2533640"/>
            <a:ext cx="435136" cy="450666"/>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ω</a:t>
            </a:r>
            <a:r>
              <a:rPr lang="en-US" altLang="zh-TW" baseline="-25000" dirty="0">
                <a:latin typeface="Times New Roman" panose="02020603050405020304" pitchFamily="18" charset="0"/>
                <a:ea typeface="SimSun" panose="02010600030101010101" pitchFamily="2" charset="-122"/>
                <a:cs typeface="Times New Roman" panose="02020603050405020304" pitchFamily="18" charset="0"/>
              </a:rPr>
              <a:t>p</a:t>
            </a:r>
            <a:endParaRPr lang="zh-TW" altLang="en-US" baseline="-25000" dirty="0">
              <a:latin typeface="Times New Roman" panose="02020603050405020304" pitchFamily="18" charset="0"/>
              <a:cs typeface="Times New Roman" panose="02020603050405020304" pitchFamily="18" charset="0"/>
            </a:endParaRPr>
          </a:p>
        </p:txBody>
      </p:sp>
      <p:sp>
        <p:nvSpPr>
          <p:cNvPr id="50" name="文字方塊 49">
            <a:extLst>
              <a:ext uri="{FF2B5EF4-FFF2-40B4-BE49-F238E27FC236}">
                <a16:creationId xmlns:a16="http://schemas.microsoft.com/office/drawing/2014/main" id="{895BBEBC-AAA5-44E2-80EF-E4FFA42BE03D}"/>
              </a:ext>
            </a:extLst>
          </p:cNvPr>
          <p:cNvSpPr txBox="1"/>
          <p:nvPr/>
        </p:nvSpPr>
        <p:spPr>
          <a:xfrm>
            <a:off x="6401515" y="1902499"/>
            <a:ext cx="435136" cy="450666"/>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ω</a:t>
            </a:r>
            <a:r>
              <a:rPr lang="en-US" altLang="zh-TW" baseline="-25000" dirty="0">
                <a:latin typeface="Times New Roman" panose="02020603050405020304" pitchFamily="18" charset="0"/>
                <a:ea typeface="SimSun" panose="02010600030101010101" pitchFamily="2" charset="-122"/>
                <a:cs typeface="Times New Roman" panose="02020603050405020304" pitchFamily="18" charset="0"/>
              </a:rPr>
              <a:t>s</a:t>
            </a:r>
            <a:endParaRPr lang="zh-TW" altLang="en-US" baseline="-25000" dirty="0">
              <a:latin typeface="Times New Roman" panose="02020603050405020304" pitchFamily="18" charset="0"/>
              <a:cs typeface="Times New Roman" panose="02020603050405020304" pitchFamily="18" charset="0"/>
            </a:endParaRPr>
          </a:p>
        </p:txBody>
      </p:sp>
      <p:sp>
        <p:nvSpPr>
          <p:cNvPr id="51" name="文字方塊 50">
            <a:extLst>
              <a:ext uri="{FF2B5EF4-FFF2-40B4-BE49-F238E27FC236}">
                <a16:creationId xmlns:a16="http://schemas.microsoft.com/office/drawing/2014/main" id="{235E7647-C9A0-4157-9C7F-7E6C1D5D9F27}"/>
              </a:ext>
            </a:extLst>
          </p:cNvPr>
          <p:cNvSpPr txBox="1"/>
          <p:nvPr/>
        </p:nvSpPr>
        <p:spPr>
          <a:xfrm>
            <a:off x="6401515" y="2590218"/>
            <a:ext cx="435136" cy="450666"/>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ω</a:t>
            </a:r>
            <a:r>
              <a:rPr lang="en-US" altLang="zh-TW" baseline="-25000" dirty="0">
                <a:latin typeface="Times New Roman" panose="02020603050405020304" pitchFamily="18" charset="0"/>
                <a:ea typeface="SimSun" panose="02010600030101010101" pitchFamily="2" charset="-122"/>
                <a:cs typeface="Times New Roman" panose="02020603050405020304" pitchFamily="18" charset="0"/>
              </a:rPr>
              <a:t>i</a:t>
            </a:r>
            <a:endParaRPr lang="zh-TW" altLang="en-US" baseline="-25000" dirty="0">
              <a:latin typeface="Times New Roman" panose="02020603050405020304" pitchFamily="18" charset="0"/>
              <a:cs typeface="Times New Roman" panose="02020603050405020304" pitchFamily="18" charset="0"/>
            </a:endParaRPr>
          </a:p>
        </p:txBody>
      </p:sp>
      <p:cxnSp>
        <p:nvCxnSpPr>
          <p:cNvPr id="41" name="直線接點 40">
            <a:extLst>
              <a:ext uri="{FF2B5EF4-FFF2-40B4-BE49-F238E27FC236}">
                <a16:creationId xmlns:a16="http://schemas.microsoft.com/office/drawing/2014/main" id="{7579981D-7C1E-49ED-8353-5B010C3C94C6}"/>
              </a:ext>
            </a:extLst>
          </p:cNvPr>
          <p:cNvCxnSpPr/>
          <p:nvPr/>
        </p:nvCxnSpPr>
        <p:spPr>
          <a:xfrm>
            <a:off x="1057906" y="4803450"/>
            <a:ext cx="2187146" cy="0"/>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42" name="直線接點 41">
            <a:extLst>
              <a:ext uri="{FF2B5EF4-FFF2-40B4-BE49-F238E27FC236}">
                <a16:creationId xmlns:a16="http://schemas.microsoft.com/office/drawing/2014/main" id="{B6494FA4-9D31-40EA-AC12-17DCC92B0D87}"/>
              </a:ext>
            </a:extLst>
          </p:cNvPr>
          <p:cNvCxnSpPr/>
          <p:nvPr/>
        </p:nvCxnSpPr>
        <p:spPr>
          <a:xfrm>
            <a:off x="1057906" y="6416007"/>
            <a:ext cx="2187146"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id="{0D3B1B23-2FF7-4543-97FC-890AD216394A}"/>
              </a:ext>
            </a:extLst>
          </p:cNvPr>
          <p:cNvCxnSpPr/>
          <p:nvPr/>
        </p:nvCxnSpPr>
        <p:spPr>
          <a:xfrm flipV="1">
            <a:off x="1490393" y="4803450"/>
            <a:ext cx="0" cy="161255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CF2D77AC-E488-4A0C-8797-752740F65494}"/>
              </a:ext>
            </a:extLst>
          </p:cNvPr>
          <p:cNvCxnSpPr/>
          <p:nvPr/>
        </p:nvCxnSpPr>
        <p:spPr>
          <a:xfrm>
            <a:off x="2528360" y="4803450"/>
            <a:ext cx="0" cy="877329"/>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BF6809FA-2C60-408E-8330-1A9F725B31F4}"/>
              </a:ext>
            </a:extLst>
          </p:cNvPr>
          <p:cNvCxnSpPr/>
          <p:nvPr/>
        </p:nvCxnSpPr>
        <p:spPr>
          <a:xfrm>
            <a:off x="2528360" y="5680779"/>
            <a:ext cx="0" cy="7352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BA84D841-951B-4AE0-97A1-55F6C254B7AF}"/>
                  </a:ext>
                </a:extLst>
              </p:cNvPr>
              <p:cNvSpPr txBox="1"/>
              <p:nvPr/>
            </p:nvSpPr>
            <p:spPr>
              <a:xfrm>
                <a:off x="396821" y="5423345"/>
                <a:ext cx="75376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𝑝</m:t>
                          </m:r>
                        </m:sub>
                      </m:sSub>
                    </m:oMath>
                  </m:oMathPara>
                </a14:m>
                <a:endParaRPr lang="zh-TW" altLang="en-US" dirty="0"/>
              </a:p>
            </p:txBody>
          </p:sp>
        </mc:Choice>
        <mc:Fallback xmlns="">
          <p:sp>
            <p:nvSpPr>
              <p:cNvPr id="52" name="文字方塊 51">
                <a:extLst>
                  <a:ext uri="{FF2B5EF4-FFF2-40B4-BE49-F238E27FC236}">
                    <a16:creationId xmlns:a16="http://schemas.microsoft.com/office/drawing/2014/main" id="{BA84D841-951B-4AE0-97A1-55F6C254B7AF}"/>
                  </a:ext>
                </a:extLst>
              </p:cNvPr>
              <p:cNvSpPr txBox="1">
                <a:spLocks noRot="1" noChangeAspect="1" noMove="1" noResize="1" noEditPoints="1" noAdjustHandles="1" noChangeArrowheads="1" noChangeShapeType="1" noTextEdit="1"/>
              </p:cNvSpPr>
              <p:nvPr/>
            </p:nvSpPr>
            <p:spPr>
              <a:xfrm>
                <a:off x="396821" y="5423345"/>
                <a:ext cx="753762" cy="390748"/>
              </a:xfrm>
              <a:prstGeom prst="rect">
                <a:avLst/>
              </a:prstGeom>
              <a:blipFill>
                <a:blip r:embed="rId5"/>
                <a:stretch>
                  <a:fillRect b="-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9FC8E0C3-4014-4D3C-9AD9-7B55D3B3C6D0}"/>
                  </a:ext>
                </a:extLst>
              </p:cNvPr>
              <p:cNvSpPr txBox="1"/>
              <p:nvPr/>
            </p:nvSpPr>
            <p:spPr>
              <a:xfrm>
                <a:off x="2868171" y="5057449"/>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53" name="文字方塊 52">
                <a:extLst>
                  <a:ext uri="{FF2B5EF4-FFF2-40B4-BE49-F238E27FC236}">
                    <a16:creationId xmlns:a16="http://schemas.microsoft.com/office/drawing/2014/main" id="{9FC8E0C3-4014-4D3C-9AD9-7B55D3B3C6D0}"/>
                  </a:ext>
                </a:extLst>
              </p:cNvPr>
              <p:cNvSpPr txBox="1">
                <a:spLocks noRot="1" noChangeAspect="1" noMove="1" noResize="1" noEditPoints="1" noAdjustHandles="1" noChangeArrowheads="1" noChangeShapeType="1" noTextEdit="1"/>
              </p:cNvSpPr>
              <p:nvPr/>
            </p:nvSpPr>
            <p:spPr>
              <a:xfrm>
                <a:off x="2868171" y="5057449"/>
                <a:ext cx="753762"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AC6A0394-8AC2-4B0C-B303-1D9A4DC3F4D4}"/>
                  </a:ext>
                </a:extLst>
              </p:cNvPr>
              <p:cNvSpPr txBox="1"/>
              <p:nvPr/>
            </p:nvSpPr>
            <p:spPr>
              <a:xfrm>
                <a:off x="2868171" y="5863727"/>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𝑖</m:t>
                          </m:r>
                        </m:sub>
                      </m:sSub>
                    </m:oMath>
                  </m:oMathPara>
                </a14:m>
                <a:endParaRPr lang="zh-TW" altLang="en-US" dirty="0"/>
              </a:p>
            </p:txBody>
          </p:sp>
        </mc:Choice>
        <mc:Fallback xmlns="">
          <p:sp>
            <p:nvSpPr>
              <p:cNvPr id="54" name="文字方塊 53">
                <a:extLst>
                  <a:ext uri="{FF2B5EF4-FFF2-40B4-BE49-F238E27FC236}">
                    <a16:creationId xmlns:a16="http://schemas.microsoft.com/office/drawing/2014/main" id="{AC6A0394-8AC2-4B0C-B303-1D9A4DC3F4D4}"/>
                  </a:ext>
                </a:extLst>
              </p:cNvPr>
              <p:cNvSpPr txBox="1">
                <a:spLocks noRot="1" noChangeAspect="1" noMove="1" noResize="1" noEditPoints="1" noAdjustHandles="1" noChangeArrowheads="1" noChangeShapeType="1" noTextEdit="1"/>
              </p:cNvSpPr>
              <p:nvPr/>
            </p:nvSpPr>
            <p:spPr>
              <a:xfrm>
                <a:off x="2868171" y="5863727"/>
                <a:ext cx="753762" cy="369332"/>
              </a:xfrm>
              <a:prstGeom prst="rect">
                <a:avLst/>
              </a:prstGeom>
              <a:blipFill>
                <a:blip r:embed="rId7"/>
                <a:stretch>
                  <a:fillRect b="-1667"/>
                </a:stretch>
              </a:blipFill>
            </p:spPr>
            <p:txBody>
              <a:bodyPr/>
              <a:lstStyle/>
              <a:p>
                <a:r>
                  <a:rPr lang="zh-TW" altLang="en-US">
                    <a:noFill/>
                  </a:rPr>
                  <a:t> </a:t>
                </a:r>
              </a:p>
            </p:txBody>
          </p:sp>
        </mc:Fallback>
      </mc:AlternateContent>
      <p:cxnSp>
        <p:nvCxnSpPr>
          <p:cNvPr id="55" name="直線接點 54">
            <a:extLst>
              <a:ext uri="{FF2B5EF4-FFF2-40B4-BE49-F238E27FC236}">
                <a16:creationId xmlns:a16="http://schemas.microsoft.com/office/drawing/2014/main" id="{1A8B40F9-92EC-42F6-9E0B-0D10B4103F60}"/>
              </a:ext>
            </a:extLst>
          </p:cNvPr>
          <p:cNvCxnSpPr>
            <a:cxnSpLocks/>
          </p:cNvCxnSpPr>
          <p:nvPr/>
        </p:nvCxnSpPr>
        <p:spPr>
          <a:xfrm>
            <a:off x="2170014" y="5680779"/>
            <a:ext cx="716691" cy="0"/>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56" name="直線單箭頭接點 55">
            <a:extLst>
              <a:ext uri="{FF2B5EF4-FFF2-40B4-BE49-F238E27FC236}">
                <a16:creationId xmlns:a16="http://schemas.microsoft.com/office/drawing/2014/main" id="{AFAFEF61-8C16-4C8E-8B13-F45667DD4384}"/>
              </a:ext>
            </a:extLst>
          </p:cNvPr>
          <p:cNvCxnSpPr>
            <a:cxnSpLocks/>
          </p:cNvCxnSpPr>
          <p:nvPr/>
        </p:nvCxnSpPr>
        <p:spPr>
          <a:xfrm>
            <a:off x="4746649" y="5753144"/>
            <a:ext cx="3558746" cy="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A9B58B9F-5539-4FC1-B635-AB05B1000FA9}"/>
              </a:ext>
            </a:extLst>
          </p:cNvPr>
          <p:cNvCxnSpPr>
            <a:cxnSpLocks/>
          </p:cNvCxnSpPr>
          <p:nvPr/>
        </p:nvCxnSpPr>
        <p:spPr>
          <a:xfrm>
            <a:off x="4746649" y="5326835"/>
            <a:ext cx="164344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a:extLst>
              <a:ext uri="{FF2B5EF4-FFF2-40B4-BE49-F238E27FC236}">
                <a16:creationId xmlns:a16="http://schemas.microsoft.com/office/drawing/2014/main" id="{FACC41DA-C4B5-4778-908A-736CC5ABAC30}"/>
              </a:ext>
            </a:extLst>
          </p:cNvPr>
          <p:cNvCxnSpPr>
            <a:cxnSpLocks/>
          </p:cNvCxnSpPr>
          <p:nvPr/>
        </p:nvCxnSpPr>
        <p:spPr>
          <a:xfrm>
            <a:off x="6390097" y="5326835"/>
            <a:ext cx="108739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946A7D6B-23C4-432A-B37F-98193486A07E}"/>
              </a:ext>
            </a:extLst>
          </p:cNvPr>
          <p:cNvCxnSpPr>
            <a:cxnSpLocks/>
          </p:cNvCxnSpPr>
          <p:nvPr/>
        </p:nvCxnSpPr>
        <p:spPr>
          <a:xfrm>
            <a:off x="7477492" y="5326835"/>
            <a:ext cx="8279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2BFC0695-DDEF-4535-82F4-C839A744E12B}"/>
                  </a:ext>
                </a:extLst>
              </p:cNvPr>
              <p:cNvSpPr txBox="1"/>
              <p:nvPr/>
            </p:nvSpPr>
            <p:spPr>
              <a:xfrm>
                <a:off x="6149141" y="5862463"/>
                <a:ext cx="75376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𝑝</m:t>
                          </m:r>
                        </m:sub>
                      </m:sSub>
                    </m:oMath>
                  </m:oMathPara>
                </a14:m>
                <a:endParaRPr lang="zh-TW" altLang="en-US" dirty="0"/>
              </a:p>
            </p:txBody>
          </p:sp>
        </mc:Choice>
        <mc:Fallback xmlns="">
          <p:sp>
            <p:nvSpPr>
              <p:cNvPr id="60" name="文字方塊 59">
                <a:extLst>
                  <a:ext uri="{FF2B5EF4-FFF2-40B4-BE49-F238E27FC236}">
                    <a16:creationId xmlns:a16="http://schemas.microsoft.com/office/drawing/2014/main" id="{2BFC0695-DDEF-4535-82F4-C839A744E12B}"/>
                  </a:ext>
                </a:extLst>
              </p:cNvPr>
              <p:cNvSpPr txBox="1">
                <a:spLocks noRot="1" noChangeAspect="1" noMove="1" noResize="1" noEditPoints="1" noAdjustHandles="1" noChangeArrowheads="1" noChangeShapeType="1" noTextEdit="1"/>
              </p:cNvSpPr>
              <p:nvPr/>
            </p:nvSpPr>
            <p:spPr>
              <a:xfrm>
                <a:off x="6149141" y="5862463"/>
                <a:ext cx="753762" cy="390748"/>
              </a:xfrm>
              <a:prstGeom prst="rect">
                <a:avLst/>
              </a:prstGeom>
              <a:blipFill>
                <a:blip r:embed="rId8"/>
                <a:stretch>
                  <a:fillRect b="-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41E2B93F-659B-4F7C-836E-261DCA0148F7}"/>
                  </a:ext>
                </a:extLst>
              </p:cNvPr>
              <p:cNvSpPr txBox="1"/>
              <p:nvPr/>
            </p:nvSpPr>
            <p:spPr>
              <a:xfrm>
                <a:off x="5191492" y="4833250"/>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61" name="文字方塊 60">
                <a:extLst>
                  <a:ext uri="{FF2B5EF4-FFF2-40B4-BE49-F238E27FC236}">
                    <a16:creationId xmlns:a16="http://schemas.microsoft.com/office/drawing/2014/main" id="{41E2B93F-659B-4F7C-836E-261DCA0148F7}"/>
                  </a:ext>
                </a:extLst>
              </p:cNvPr>
              <p:cNvSpPr txBox="1">
                <a:spLocks noRot="1" noChangeAspect="1" noMove="1" noResize="1" noEditPoints="1" noAdjustHandles="1" noChangeArrowheads="1" noChangeShapeType="1" noTextEdit="1"/>
              </p:cNvSpPr>
              <p:nvPr/>
            </p:nvSpPr>
            <p:spPr>
              <a:xfrm>
                <a:off x="5191492" y="4833250"/>
                <a:ext cx="753762" cy="369332"/>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EBA3636D-B2AD-47ED-A730-D2FDE6F23113}"/>
                  </a:ext>
                </a:extLst>
              </p:cNvPr>
              <p:cNvSpPr txBox="1"/>
              <p:nvPr/>
            </p:nvSpPr>
            <p:spPr>
              <a:xfrm>
                <a:off x="6556913" y="4833250"/>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𝑖</m:t>
                          </m:r>
                        </m:sub>
                      </m:sSub>
                    </m:oMath>
                  </m:oMathPara>
                </a14:m>
                <a:endParaRPr lang="zh-TW" altLang="en-US" dirty="0"/>
              </a:p>
            </p:txBody>
          </p:sp>
        </mc:Choice>
        <mc:Fallback xmlns="">
          <p:sp>
            <p:nvSpPr>
              <p:cNvPr id="62" name="文字方塊 61">
                <a:extLst>
                  <a:ext uri="{FF2B5EF4-FFF2-40B4-BE49-F238E27FC236}">
                    <a16:creationId xmlns:a16="http://schemas.microsoft.com/office/drawing/2014/main" id="{EBA3636D-B2AD-47ED-A730-D2FDE6F23113}"/>
                  </a:ext>
                </a:extLst>
              </p:cNvPr>
              <p:cNvSpPr txBox="1">
                <a:spLocks noRot="1" noChangeAspect="1" noMove="1" noResize="1" noEditPoints="1" noAdjustHandles="1" noChangeArrowheads="1" noChangeShapeType="1" noTextEdit="1"/>
              </p:cNvSpPr>
              <p:nvPr/>
            </p:nvSpPr>
            <p:spPr>
              <a:xfrm>
                <a:off x="6556913" y="4833250"/>
                <a:ext cx="753762" cy="369332"/>
              </a:xfrm>
              <a:prstGeom prst="rect">
                <a:avLst/>
              </a:prstGeom>
              <a:blipFill>
                <a:blip r:embed="rId10"/>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A6E8433F-CA1F-48B5-B503-55F3286212BB}"/>
                  </a:ext>
                </a:extLst>
              </p:cNvPr>
              <p:cNvSpPr txBox="1"/>
              <p:nvPr/>
            </p:nvSpPr>
            <p:spPr>
              <a:xfrm>
                <a:off x="7520740" y="4827497"/>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m:rPr>
                              <m:sty m:val="p"/>
                            </m:rPr>
                            <a:rPr lang="en-US" altLang="zh-TW" i="1" smtClean="0">
                              <a:latin typeface="Cambria Math" panose="02040503050406030204" pitchFamily="18" charset="0"/>
                            </a:rPr>
                            <m:t>Λ</m:t>
                          </m:r>
                        </m:sub>
                      </m:sSub>
                    </m:oMath>
                  </m:oMathPara>
                </a14:m>
                <a:endParaRPr lang="zh-TW" altLang="en-US" dirty="0"/>
              </a:p>
            </p:txBody>
          </p:sp>
        </mc:Choice>
        <mc:Fallback xmlns="">
          <p:sp>
            <p:nvSpPr>
              <p:cNvPr id="63" name="文字方塊 62">
                <a:extLst>
                  <a:ext uri="{FF2B5EF4-FFF2-40B4-BE49-F238E27FC236}">
                    <a16:creationId xmlns:a16="http://schemas.microsoft.com/office/drawing/2014/main" id="{A6E8433F-CA1F-48B5-B503-55F3286212BB}"/>
                  </a:ext>
                </a:extLst>
              </p:cNvPr>
              <p:cNvSpPr txBox="1">
                <a:spLocks noRot="1" noChangeAspect="1" noMove="1" noResize="1" noEditPoints="1" noAdjustHandles="1" noChangeArrowheads="1" noChangeShapeType="1" noTextEdit="1"/>
              </p:cNvSpPr>
              <p:nvPr/>
            </p:nvSpPr>
            <p:spPr>
              <a:xfrm>
                <a:off x="7520740" y="4827497"/>
                <a:ext cx="753762" cy="369332"/>
              </a:xfrm>
              <a:prstGeom prst="rect">
                <a:avLst/>
              </a:prstGeom>
              <a:blipFill>
                <a:blip r:embed="rId11"/>
                <a:stretch>
                  <a:fillRect/>
                </a:stretch>
              </a:blipFill>
            </p:spPr>
            <p:txBody>
              <a:bodyPr/>
              <a:lstStyle/>
              <a:p>
                <a:r>
                  <a:rPr lang="zh-TW" altLang="en-US">
                    <a:noFill/>
                  </a:rPr>
                  <a:t> </a:t>
                </a:r>
              </a:p>
            </p:txBody>
          </p:sp>
        </mc:Fallback>
      </mc:AlternateContent>
      <p:sp>
        <p:nvSpPr>
          <p:cNvPr id="33" name="文字方塊 32">
            <a:extLst>
              <a:ext uri="{FF2B5EF4-FFF2-40B4-BE49-F238E27FC236}">
                <a16:creationId xmlns:a16="http://schemas.microsoft.com/office/drawing/2014/main" id="{AAA285EE-E357-474B-9DA4-27E023221FCC}"/>
              </a:ext>
            </a:extLst>
          </p:cNvPr>
          <p:cNvSpPr txBox="1"/>
          <p:nvPr/>
        </p:nvSpPr>
        <p:spPr>
          <a:xfrm>
            <a:off x="7459767" y="1835032"/>
            <a:ext cx="1671170" cy="1477328"/>
          </a:xfrm>
          <a:prstGeom prst="rect">
            <a:avLst/>
          </a:prstGeom>
          <a:solidFill>
            <a:schemeClr val="accent4">
              <a:lumMod val="40000"/>
              <a:lumOff val="60000"/>
            </a:schemeClr>
          </a:solidFill>
        </p:spPr>
        <p:txBody>
          <a:bodyPr wrap="square" rtlCol="0">
            <a:spAutoFit/>
          </a:bodyPr>
          <a:lstStyle/>
          <a:p>
            <a:r>
              <a:rPr lang="zh-TW" altLang="en-US" dirty="0">
                <a:latin typeface="標楷體" panose="03000509000000000000" pitchFamily="65" charset="-120"/>
                <a:ea typeface="標楷體" panose="03000509000000000000" pitchFamily="65" charset="-120"/>
              </a:rPr>
              <a:t>與</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OPG(Optical parametric generation)</a:t>
            </a:r>
            <a:r>
              <a:rPr lang="zh-TW" altLang="en-US" dirty="0">
                <a:latin typeface="標楷體" panose="03000509000000000000" pitchFamily="65" charset="-120"/>
                <a:ea typeface="標楷體" panose="03000509000000000000" pitchFamily="65" charset="-120"/>
              </a:rPr>
              <a:t>的差異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操作能量的不同</a:t>
            </a:r>
          </a:p>
        </p:txBody>
      </p:sp>
    </p:spTree>
    <p:extLst>
      <p:ext uri="{BB962C8B-B14F-4D97-AF65-F5344CB8AC3E}">
        <p14:creationId xmlns:p14="http://schemas.microsoft.com/office/powerpoint/2010/main" val="3240929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65E1B-6299-4528-B4F1-9A4A0A022A5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Working Principle</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24198415-AAB4-45AA-B833-301B8193DCE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FEFE27E8-D08F-447B-A388-F9F80275F03B}"/>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err="1">
                <a:latin typeface="Times New Roman" panose="02020603050405020304" pitchFamily="18" charset="0"/>
                <a:cs typeface="Times New Roman" panose="02020603050405020304" pitchFamily="18" charset="0"/>
              </a:rPr>
              <a:t>Aperiodically</a:t>
            </a:r>
            <a:r>
              <a:rPr lang="en-US" altLang="zh-TW" dirty="0">
                <a:latin typeface="Times New Roman" panose="02020603050405020304" pitchFamily="18" charset="0"/>
                <a:cs typeface="Times New Roman" panose="02020603050405020304" pitchFamily="18" charset="0"/>
              </a:rPr>
              <a:t> Poled Lithium </a:t>
            </a:r>
            <a:r>
              <a:rPr lang="en-US" altLang="zh-TW" dirty="0" err="1">
                <a:latin typeface="Times New Roman" panose="02020603050405020304" pitchFamily="18" charset="0"/>
                <a:cs typeface="Times New Roman" panose="02020603050405020304" pitchFamily="18" charset="0"/>
              </a:rPr>
              <a:t>Niobate</a:t>
            </a:r>
            <a:r>
              <a:rPr lang="en-US" altLang="zh-TW" dirty="0">
                <a:latin typeface="Times New Roman" panose="02020603050405020304" pitchFamily="18" charset="0"/>
                <a:cs typeface="Times New Roman" panose="02020603050405020304" pitchFamily="18" charset="0"/>
              </a:rPr>
              <a:t> (APPLN)</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FB48E669-86C5-42DF-AF79-4A1DE71EF69E}"/>
              </a:ext>
            </a:extLst>
          </p:cNvPr>
          <p:cNvGraphicFramePr>
            <a:graphicFrameLocks noGrp="1"/>
          </p:cNvGraphicFramePr>
          <p:nvPr>
            <p:extLst>
              <p:ext uri="{D42A27DB-BD31-4B8C-83A1-F6EECF244321}">
                <p14:modId xmlns:p14="http://schemas.microsoft.com/office/powerpoint/2010/main" val="559117304"/>
              </p:ext>
            </p:extLst>
          </p:nvPr>
        </p:nvGraphicFramePr>
        <p:xfrm>
          <a:off x="544786" y="2366196"/>
          <a:ext cx="6096000" cy="37084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278907161"/>
                    </a:ext>
                  </a:extLst>
                </a:gridCol>
                <a:gridCol w="304800">
                  <a:extLst>
                    <a:ext uri="{9D8B030D-6E8A-4147-A177-3AD203B41FA5}">
                      <a16:colId xmlns:a16="http://schemas.microsoft.com/office/drawing/2014/main" val="2063707859"/>
                    </a:ext>
                  </a:extLst>
                </a:gridCol>
                <a:gridCol w="304800">
                  <a:extLst>
                    <a:ext uri="{9D8B030D-6E8A-4147-A177-3AD203B41FA5}">
                      <a16:colId xmlns:a16="http://schemas.microsoft.com/office/drawing/2014/main" val="3115182318"/>
                    </a:ext>
                  </a:extLst>
                </a:gridCol>
                <a:gridCol w="304800">
                  <a:extLst>
                    <a:ext uri="{9D8B030D-6E8A-4147-A177-3AD203B41FA5}">
                      <a16:colId xmlns:a16="http://schemas.microsoft.com/office/drawing/2014/main" val="1424947834"/>
                    </a:ext>
                  </a:extLst>
                </a:gridCol>
                <a:gridCol w="304800">
                  <a:extLst>
                    <a:ext uri="{9D8B030D-6E8A-4147-A177-3AD203B41FA5}">
                      <a16:colId xmlns:a16="http://schemas.microsoft.com/office/drawing/2014/main" val="51357321"/>
                    </a:ext>
                  </a:extLst>
                </a:gridCol>
                <a:gridCol w="304800">
                  <a:extLst>
                    <a:ext uri="{9D8B030D-6E8A-4147-A177-3AD203B41FA5}">
                      <a16:colId xmlns:a16="http://schemas.microsoft.com/office/drawing/2014/main" val="3173118035"/>
                    </a:ext>
                  </a:extLst>
                </a:gridCol>
                <a:gridCol w="304800">
                  <a:extLst>
                    <a:ext uri="{9D8B030D-6E8A-4147-A177-3AD203B41FA5}">
                      <a16:colId xmlns:a16="http://schemas.microsoft.com/office/drawing/2014/main" val="2702678461"/>
                    </a:ext>
                  </a:extLst>
                </a:gridCol>
                <a:gridCol w="304800">
                  <a:extLst>
                    <a:ext uri="{9D8B030D-6E8A-4147-A177-3AD203B41FA5}">
                      <a16:colId xmlns:a16="http://schemas.microsoft.com/office/drawing/2014/main" val="4197886214"/>
                    </a:ext>
                  </a:extLst>
                </a:gridCol>
                <a:gridCol w="304800">
                  <a:extLst>
                    <a:ext uri="{9D8B030D-6E8A-4147-A177-3AD203B41FA5}">
                      <a16:colId xmlns:a16="http://schemas.microsoft.com/office/drawing/2014/main" val="4159141917"/>
                    </a:ext>
                  </a:extLst>
                </a:gridCol>
                <a:gridCol w="304800">
                  <a:extLst>
                    <a:ext uri="{9D8B030D-6E8A-4147-A177-3AD203B41FA5}">
                      <a16:colId xmlns:a16="http://schemas.microsoft.com/office/drawing/2014/main" val="2819797918"/>
                    </a:ext>
                  </a:extLst>
                </a:gridCol>
                <a:gridCol w="304800">
                  <a:extLst>
                    <a:ext uri="{9D8B030D-6E8A-4147-A177-3AD203B41FA5}">
                      <a16:colId xmlns:a16="http://schemas.microsoft.com/office/drawing/2014/main" val="238930159"/>
                    </a:ext>
                  </a:extLst>
                </a:gridCol>
                <a:gridCol w="304800">
                  <a:extLst>
                    <a:ext uri="{9D8B030D-6E8A-4147-A177-3AD203B41FA5}">
                      <a16:colId xmlns:a16="http://schemas.microsoft.com/office/drawing/2014/main" val="584206959"/>
                    </a:ext>
                  </a:extLst>
                </a:gridCol>
                <a:gridCol w="304800">
                  <a:extLst>
                    <a:ext uri="{9D8B030D-6E8A-4147-A177-3AD203B41FA5}">
                      <a16:colId xmlns:a16="http://schemas.microsoft.com/office/drawing/2014/main" val="3852859912"/>
                    </a:ext>
                  </a:extLst>
                </a:gridCol>
                <a:gridCol w="304800">
                  <a:extLst>
                    <a:ext uri="{9D8B030D-6E8A-4147-A177-3AD203B41FA5}">
                      <a16:colId xmlns:a16="http://schemas.microsoft.com/office/drawing/2014/main" val="2851398703"/>
                    </a:ext>
                  </a:extLst>
                </a:gridCol>
                <a:gridCol w="304800">
                  <a:extLst>
                    <a:ext uri="{9D8B030D-6E8A-4147-A177-3AD203B41FA5}">
                      <a16:colId xmlns:a16="http://schemas.microsoft.com/office/drawing/2014/main" val="1637643870"/>
                    </a:ext>
                  </a:extLst>
                </a:gridCol>
                <a:gridCol w="304800">
                  <a:extLst>
                    <a:ext uri="{9D8B030D-6E8A-4147-A177-3AD203B41FA5}">
                      <a16:colId xmlns:a16="http://schemas.microsoft.com/office/drawing/2014/main" val="42690568"/>
                    </a:ext>
                  </a:extLst>
                </a:gridCol>
                <a:gridCol w="304800">
                  <a:extLst>
                    <a:ext uri="{9D8B030D-6E8A-4147-A177-3AD203B41FA5}">
                      <a16:colId xmlns:a16="http://schemas.microsoft.com/office/drawing/2014/main" val="1473328566"/>
                    </a:ext>
                  </a:extLst>
                </a:gridCol>
                <a:gridCol w="304800">
                  <a:extLst>
                    <a:ext uri="{9D8B030D-6E8A-4147-A177-3AD203B41FA5}">
                      <a16:colId xmlns:a16="http://schemas.microsoft.com/office/drawing/2014/main" val="1784367347"/>
                    </a:ext>
                  </a:extLst>
                </a:gridCol>
                <a:gridCol w="304800">
                  <a:extLst>
                    <a:ext uri="{9D8B030D-6E8A-4147-A177-3AD203B41FA5}">
                      <a16:colId xmlns:a16="http://schemas.microsoft.com/office/drawing/2014/main" val="277036344"/>
                    </a:ext>
                  </a:extLst>
                </a:gridCol>
                <a:gridCol w="304800">
                  <a:extLst>
                    <a:ext uri="{9D8B030D-6E8A-4147-A177-3AD203B41FA5}">
                      <a16:colId xmlns:a16="http://schemas.microsoft.com/office/drawing/2014/main" val="273238103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9573768"/>
                  </a:ext>
                </a:extLst>
              </a:tr>
            </a:tbl>
          </a:graphicData>
        </a:graphic>
      </p:graphicFrame>
      <p:graphicFrame>
        <p:nvGraphicFramePr>
          <p:cNvPr id="7" name="表格 6">
            <a:extLst>
              <a:ext uri="{FF2B5EF4-FFF2-40B4-BE49-F238E27FC236}">
                <a16:creationId xmlns:a16="http://schemas.microsoft.com/office/drawing/2014/main" id="{D17A8CD5-251F-4207-B955-282C28491977}"/>
              </a:ext>
            </a:extLst>
          </p:cNvPr>
          <p:cNvGraphicFramePr>
            <a:graphicFrameLocks noGrp="1"/>
          </p:cNvGraphicFramePr>
          <p:nvPr>
            <p:extLst>
              <p:ext uri="{D42A27DB-BD31-4B8C-83A1-F6EECF244321}">
                <p14:modId xmlns:p14="http://schemas.microsoft.com/office/powerpoint/2010/main" val="1399035713"/>
              </p:ext>
            </p:extLst>
          </p:nvPr>
        </p:nvGraphicFramePr>
        <p:xfrm>
          <a:off x="544786" y="2926023"/>
          <a:ext cx="6096000" cy="37084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278907161"/>
                    </a:ext>
                  </a:extLst>
                </a:gridCol>
                <a:gridCol w="609600">
                  <a:extLst>
                    <a:ext uri="{9D8B030D-6E8A-4147-A177-3AD203B41FA5}">
                      <a16:colId xmlns:a16="http://schemas.microsoft.com/office/drawing/2014/main" val="2063707859"/>
                    </a:ext>
                  </a:extLst>
                </a:gridCol>
                <a:gridCol w="304800">
                  <a:extLst>
                    <a:ext uri="{9D8B030D-6E8A-4147-A177-3AD203B41FA5}">
                      <a16:colId xmlns:a16="http://schemas.microsoft.com/office/drawing/2014/main" val="1424947834"/>
                    </a:ext>
                  </a:extLst>
                </a:gridCol>
                <a:gridCol w="304800">
                  <a:extLst>
                    <a:ext uri="{9D8B030D-6E8A-4147-A177-3AD203B41FA5}">
                      <a16:colId xmlns:a16="http://schemas.microsoft.com/office/drawing/2014/main" val="51357321"/>
                    </a:ext>
                  </a:extLst>
                </a:gridCol>
                <a:gridCol w="609600">
                  <a:extLst>
                    <a:ext uri="{9D8B030D-6E8A-4147-A177-3AD203B41FA5}">
                      <a16:colId xmlns:a16="http://schemas.microsoft.com/office/drawing/2014/main" val="3173118035"/>
                    </a:ext>
                  </a:extLst>
                </a:gridCol>
                <a:gridCol w="304800">
                  <a:extLst>
                    <a:ext uri="{9D8B030D-6E8A-4147-A177-3AD203B41FA5}">
                      <a16:colId xmlns:a16="http://schemas.microsoft.com/office/drawing/2014/main" val="4197886214"/>
                    </a:ext>
                  </a:extLst>
                </a:gridCol>
                <a:gridCol w="304800">
                  <a:extLst>
                    <a:ext uri="{9D8B030D-6E8A-4147-A177-3AD203B41FA5}">
                      <a16:colId xmlns:a16="http://schemas.microsoft.com/office/drawing/2014/main" val="4159141917"/>
                    </a:ext>
                  </a:extLst>
                </a:gridCol>
                <a:gridCol w="914400">
                  <a:extLst>
                    <a:ext uri="{9D8B030D-6E8A-4147-A177-3AD203B41FA5}">
                      <a16:colId xmlns:a16="http://schemas.microsoft.com/office/drawing/2014/main" val="2819797918"/>
                    </a:ext>
                  </a:extLst>
                </a:gridCol>
                <a:gridCol w="304800">
                  <a:extLst>
                    <a:ext uri="{9D8B030D-6E8A-4147-A177-3AD203B41FA5}">
                      <a16:colId xmlns:a16="http://schemas.microsoft.com/office/drawing/2014/main" val="3852859912"/>
                    </a:ext>
                  </a:extLst>
                </a:gridCol>
                <a:gridCol w="609600">
                  <a:extLst>
                    <a:ext uri="{9D8B030D-6E8A-4147-A177-3AD203B41FA5}">
                      <a16:colId xmlns:a16="http://schemas.microsoft.com/office/drawing/2014/main" val="2851398703"/>
                    </a:ext>
                  </a:extLst>
                </a:gridCol>
                <a:gridCol w="609600">
                  <a:extLst>
                    <a:ext uri="{9D8B030D-6E8A-4147-A177-3AD203B41FA5}">
                      <a16:colId xmlns:a16="http://schemas.microsoft.com/office/drawing/2014/main" val="42690568"/>
                    </a:ext>
                  </a:extLst>
                </a:gridCol>
                <a:gridCol w="304800">
                  <a:extLst>
                    <a:ext uri="{9D8B030D-6E8A-4147-A177-3AD203B41FA5}">
                      <a16:colId xmlns:a16="http://schemas.microsoft.com/office/drawing/2014/main" val="1784367347"/>
                    </a:ext>
                  </a:extLst>
                </a:gridCol>
                <a:gridCol w="304800">
                  <a:extLst>
                    <a:ext uri="{9D8B030D-6E8A-4147-A177-3AD203B41FA5}">
                      <a16:colId xmlns:a16="http://schemas.microsoft.com/office/drawing/2014/main" val="277036344"/>
                    </a:ext>
                  </a:extLst>
                </a:gridCol>
                <a:gridCol w="304800">
                  <a:extLst>
                    <a:ext uri="{9D8B030D-6E8A-4147-A177-3AD203B41FA5}">
                      <a16:colId xmlns:a16="http://schemas.microsoft.com/office/drawing/2014/main" val="2732381038"/>
                    </a:ext>
                  </a:extLst>
                </a:gridCol>
              </a:tblGrid>
              <a:tr h="370840">
                <a:tc>
                  <a:txBody>
                    <a:bodyPr/>
                    <a:lstStyle/>
                    <a:p>
                      <a:pPr algn="ct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solidFill>
                            <a:schemeClr val="tx1"/>
                          </a:solidFill>
                          <a:latin typeface="SimSun" panose="02010600030101010101" pitchFamily="2" charset="-122"/>
                          <a:ea typeface="SimSun" panose="02010600030101010101" pitchFamily="2" charset="-122"/>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9573768"/>
                  </a:ext>
                </a:extLst>
              </a:tr>
            </a:tbl>
          </a:graphicData>
        </a:graphic>
      </p:graphicFrame>
      <p:sp>
        <p:nvSpPr>
          <p:cNvPr id="8" name="文字方塊 7">
            <a:extLst>
              <a:ext uri="{FF2B5EF4-FFF2-40B4-BE49-F238E27FC236}">
                <a16:creationId xmlns:a16="http://schemas.microsoft.com/office/drawing/2014/main" id="{C6B2D392-8650-424A-8EDC-68B8B3C34BBE}"/>
              </a:ext>
            </a:extLst>
          </p:cNvPr>
          <p:cNvSpPr txBox="1"/>
          <p:nvPr/>
        </p:nvSpPr>
        <p:spPr>
          <a:xfrm>
            <a:off x="6739880" y="2366196"/>
            <a:ext cx="184224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periodically poled</a:t>
            </a:r>
            <a:endParaRPr lang="zh-TW" altLang="en-US"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4BB635B-D7A1-4FBE-BA39-F3C361D73BD2}"/>
              </a:ext>
            </a:extLst>
          </p:cNvPr>
          <p:cNvSpPr txBox="1"/>
          <p:nvPr/>
        </p:nvSpPr>
        <p:spPr>
          <a:xfrm>
            <a:off x="6748423" y="2924515"/>
            <a:ext cx="1987614" cy="369332"/>
          </a:xfrm>
          <a:prstGeom prst="rect">
            <a:avLst/>
          </a:prstGeom>
          <a:noFill/>
        </p:spPr>
        <p:txBody>
          <a:bodyPr wrap="square" rtlCol="0">
            <a:spAutoFit/>
          </a:bodyPr>
          <a:lstStyle/>
          <a:p>
            <a:r>
              <a:rPr lang="en-US" altLang="zh-TW" dirty="0" err="1">
                <a:latin typeface="Times New Roman" panose="02020603050405020304" pitchFamily="18" charset="0"/>
                <a:cs typeface="Times New Roman" panose="02020603050405020304" pitchFamily="18" charset="0"/>
              </a:rPr>
              <a:t>aperiodically</a:t>
            </a:r>
            <a:r>
              <a:rPr lang="en-US" altLang="zh-TW" dirty="0">
                <a:latin typeface="Times New Roman" panose="02020603050405020304" pitchFamily="18" charset="0"/>
                <a:cs typeface="Times New Roman" panose="02020603050405020304" pitchFamily="18" charset="0"/>
              </a:rPr>
              <a:t> poled</a:t>
            </a:r>
            <a:endParaRPr lang="zh-TW" altLang="en-US" dirty="0">
              <a:latin typeface="Times New Roman" panose="02020603050405020304" pitchFamily="18" charset="0"/>
              <a:cs typeface="Times New Roman" panose="02020603050405020304" pitchFamily="18" charset="0"/>
            </a:endParaRPr>
          </a:p>
        </p:txBody>
      </p:sp>
      <p:grpSp>
        <p:nvGrpSpPr>
          <p:cNvPr id="21" name="群組 20">
            <a:extLst>
              <a:ext uri="{FF2B5EF4-FFF2-40B4-BE49-F238E27FC236}">
                <a16:creationId xmlns:a16="http://schemas.microsoft.com/office/drawing/2014/main" id="{3D970F44-D9DF-4775-A844-E86EDD00BB8F}"/>
              </a:ext>
            </a:extLst>
          </p:cNvPr>
          <p:cNvGrpSpPr/>
          <p:nvPr/>
        </p:nvGrpSpPr>
        <p:grpSpPr>
          <a:xfrm>
            <a:off x="6017435" y="2062909"/>
            <a:ext cx="623351" cy="228600"/>
            <a:chOff x="6042454" y="1827770"/>
            <a:chExt cx="623351" cy="228600"/>
          </a:xfrm>
        </p:grpSpPr>
        <p:cxnSp>
          <p:nvCxnSpPr>
            <p:cNvPr id="10" name="直線接點 9">
              <a:extLst>
                <a:ext uri="{FF2B5EF4-FFF2-40B4-BE49-F238E27FC236}">
                  <a16:creationId xmlns:a16="http://schemas.microsoft.com/office/drawing/2014/main" id="{670568F5-9664-497D-8E98-1B1758ACFAD0}"/>
                </a:ext>
              </a:extLst>
            </p:cNvPr>
            <p:cNvCxnSpPr/>
            <p:nvPr/>
          </p:nvCxnSpPr>
          <p:spPr>
            <a:xfrm>
              <a:off x="6042454" y="1940011"/>
              <a:ext cx="6068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6D78BF64-173B-4712-9643-32BFCC00CDFE}"/>
                </a:ext>
              </a:extLst>
            </p:cNvPr>
            <p:cNvCxnSpPr>
              <a:cxnSpLocks/>
            </p:cNvCxnSpPr>
            <p:nvPr/>
          </p:nvCxnSpPr>
          <p:spPr>
            <a:xfrm flipV="1">
              <a:off x="6042454" y="1827770"/>
              <a:ext cx="0" cy="2244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19A993BC-1257-4E06-A4B2-529A2F3BB084}"/>
                </a:ext>
              </a:extLst>
            </p:cNvPr>
            <p:cNvCxnSpPr>
              <a:cxnSpLocks/>
            </p:cNvCxnSpPr>
            <p:nvPr/>
          </p:nvCxnSpPr>
          <p:spPr>
            <a:xfrm flipV="1">
              <a:off x="6665805" y="1831889"/>
              <a:ext cx="0" cy="2244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文字方塊 21">
            <a:extLst>
              <a:ext uri="{FF2B5EF4-FFF2-40B4-BE49-F238E27FC236}">
                <a16:creationId xmlns:a16="http://schemas.microsoft.com/office/drawing/2014/main" id="{92ACF0C2-DD17-444E-B1C4-A05D348733A1}"/>
              </a:ext>
            </a:extLst>
          </p:cNvPr>
          <p:cNvSpPr txBox="1"/>
          <p:nvPr/>
        </p:nvSpPr>
        <p:spPr>
          <a:xfrm>
            <a:off x="6158409" y="1839568"/>
            <a:ext cx="316093" cy="369332"/>
          </a:xfrm>
          <a:prstGeom prst="rect">
            <a:avLst/>
          </a:prstGeom>
          <a:noFill/>
        </p:spPr>
        <p:txBody>
          <a:bodyPr wrap="square" rtlCol="0">
            <a:spAutoFit/>
          </a:bodyPr>
          <a:lstStyle/>
          <a:p>
            <a:r>
              <a:rPr lang="el-GR" altLang="zh-TW" dirty="0">
                <a:ea typeface="SimSun" panose="02010600030101010101" pitchFamily="2" charset="-122"/>
              </a:rPr>
              <a:t>Λ</a:t>
            </a:r>
            <a:endParaRPr lang="zh-TW" altLang="en-US" dirty="0"/>
          </a:p>
        </p:txBody>
      </p:sp>
      <p:sp>
        <p:nvSpPr>
          <p:cNvPr id="23" name="手繪多邊形: 圖案 22">
            <a:extLst>
              <a:ext uri="{FF2B5EF4-FFF2-40B4-BE49-F238E27FC236}">
                <a16:creationId xmlns:a16="http://schemas.microsoft.com/office/drawing/2014/main" id="{EE4B6E86-E564-4C54-B7A4-E1D6C03CB0E8}"/>
              </a:ext>
            </a:extLst>
          </p:cNvPr>
          <p:cNvSpPr/>
          <p:nvPr/>
        </p:nvSpPr>
        <p:spPr>
          <a:xfrm>
            <a:off x="4572000" y="4009522"/>
            <a:ext cx="3770811" cy="2175374"/>
          </a:xfrm>
          <a:custGeom>
            <a:avLst/>
            <a:gdLst>
              <a:gd name="connsiteX0" fmla="*/ 0 w 3770811"/>
              <a:gd name="connsiteY0" fmla="*/ 0 h 3566470"/>
              <a:gd name="connsiteX1" fmla="*/ 975360 w 3770811"/>
              <a:gd name="connsiteY1" fmla="*/ 3509554 h 3566470"/>
              <a:gd name="connsiteX2" fmla="*/ 1881051 w 3770811"/>
              <a:gd name="connsiteY2" fmla="*/ 2264229 h 3566470"/>
              <a:gd name="connsiteX3" fmla="*/ 2812869 w 3770811"/>
              <a:gd name="connsiteY3" fmla="*/ 3509554 h 3566470"/>
              <a:gd name="connsiteX4" fmla="*/ 3770811 w 3770811"/>
              <a:gd name="connsiteY4" fmla="*/ 8709 h 3566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0811" h="3566470">
                <a:moveTo>
                  <a:pt x="0" y="0"/>
                </a:moveTo>
                <a:cubicBezTo>
                  <a:pt x="330926" y="1566091"/>
                  <a:pt x="661852" y="3132183"/>
                  <a:pt x="975360" y="3509554"/>
                </a:cubicBezTo>
                <a:cubicBezTo>
                  <a:pt x="1288868" y="3886925"/>
                  <a:pt x="1574800" y="2264229"/>
                  <a:pt x="1881051" y="2264229"/>
                </a:cubicBezTo>
                <a:cubicBezTo>
                  <a:pt x="2187302" y="2264229"/>
                  <a:pt x="2497909" y="3885474"/>
                  <a:pt x="2812869" y="3509554"/>
                </a:cubicBezTo>
                <a:cubicBezTo>
                  <a:pt x="3127829" y="3133634"/>
                  <a:pt x="3545840" y="454297"/>
                  <a:pt x="3770811" y="8709"/>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a:extLst>
              <a:ext uri="{FF2B5EF4-FFF2-40B4-BE49-F238E27FC236}">
                <a16:creationId xmlns:a16="http://schemas.microsoft.com/office/drawing/2014/main" id="{6A2C913C-8F42-43FB-BD11-52B3FFD09905}"/>
              </a:ext>
            </a:extLst>
          </p:cNvPr>
          <p:cNvCxnSpPr/>
          <p:nvPr/>
        </p:nvCxnSpPr>
        <p:spPr>
          <a:xfrm>
            <a:off x="4572000" y="5369247"/>
            <a:ext cx="3770811"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57BB8941-78D2-47CA-B7BB-EE260ADAA821}"/>
              </a:ext>
            </a:extLst>
          </p:cNvPr>
          <p:cNvCxnSpPr/>
          <p:nvPr/>
        </p:nvCxnSpPr>
        <p:spPr>
          <a:xfrm>
            <a:off x="4572000" y="6184896"/>
            <a:ext cx="3770811"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49EB26E0-8DFC-4716-8086-DA508F4904B3}"/>
              </a:ext>
            </a:extLst>
          </p:cNvPr>
          <p:cNvCxnSpPr>
            <a:cxnSpLocks/>
          </p:cNvCxnSpPr>
          <p:nvPr/>
        </p:nvCxnSpPr>
        <p:spPr>
          <a:xfrm flipV="1">
            <a:off x="6457405" y="3920630"/>
            <a:ext cx="0" cy="22642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D9E80294-2560-44BC-93A5-940C256FAA51}"/>
              </a:ext>
            </a:extLst>
          </p:cNvPr>
          <p:cNvSpPr txBox="1"/>
          <p:nvPr/>
        </p:nvSpPr>
        <p:spPr>
          <a:xfrm>
            <a:off x="5830319" y="3643631"/>
            <a:ext cx="1254172"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Potential energy</a:t>
            </a:r>
            <a:endParaRPr lang="zh-TW" altLang="en-US" sz="1200" dirty="0">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66C4E197-27CC-4B22-A288-2F423526EC6D}"/>
              </a:ext>
            </a:extLst>
          </p:cNvPr>
          <p:cNvSpPr txBox="1"/>
          <p:nvPr/>
        </p:nvSpPr>
        <p:spPr>
          <a:xfrm>
            <a:off x="4058466" y="5526090"/>
            <a:ext cx="552450" cy="461665"/>
          </a:xfrm>
          <a:prstGeom prst="rect">
            <a:avLst/>
          </a:prstGeom>
          <a:noFill/>
        </p:spPr>
        <p:txBody>
          <a:bodyPr wrap="square" rtlCol="0">
            <a:spAutoFit/>
          </a:bodyPr>
          <a:lstStyle/>
          <a:p>
            <a:r>
              <a:rPr lang="zh-TW" altLang="en-US" sz="1200" dirty="0">
                <a:latin typeface="標楷體" panose="03000509000000000000" pitchFamily="65" charset="-120"/>
                <a:ea typeface="標楷體" panose="03000509000000000000" pitchFamily="65" charset="-120"/>
              </a:rPr>
              <a:t>矯頑電場</a:t>
            </a:r>
          </a:p>
        </p:txBody>
      </p:sp>
      <p:sp>
        <p:nvSpPr>
          <p:cNvPr id="29" name="箭號: 向下 28">
            <a:extLst>
              <a:ext uri="{FF2B5EF4-FFF2-40B4-BE49-F238E27FC236}">
                <a16:creationId xmlns:a16="http://schemas.microsoft.com/office/drawing/2014/main" id="{72492175-353B-4E72-8C1A-5B347E58A83E}"/>
              </a:ext>
            </a:extLst>
          </p:cNvPr>
          <p:cNvSpPr/>
          <p:nvPr/>
        </p:nvSpPr>
        <p:spPr>
          <a:xfrm rot="10800000">
            <a:off x="5605772" y="5815260"/>
            <a:ext cx="138890" cy="581956"/>
          </a:xfrm>
          <a:prstGeom prst="down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箭號: 向下 29">
            <a:extLst>
              <a:ext uri="{FF2B5EF4-FFF2-40B4-BE49-F238E27FC236}">
                <a16:creationId xmlns:a16="http://schemas.microsoft.com/office/drawing/2014/main" id="{60504A4E-0E1C-4B84-AFF9-701C6F14126D}"/>
              </a:ext>
            </a:extLst>
          </p:cNvPr>
          <p:cNvSpPr/>
          <p:nvPr/>
        </p:nvSpPr>
        <p:spPr>
          <a:xfrm>
            <a:off x="7218391" y="5815261"/>
            <a:ext cx="138891" cy="581956"/>
          </a:xfrm>
          <a:prstGeom prst="down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箭號: 彎曲 30">
            <a:extLst>
              <a:ext uri="{FF2B5EF4-FFF2-40B4-BE49-F238E27FC236}">
                <a16:creationId xmlns:a16="http://schemas.microsoft.com/office/drawing/2014/main" id="{863BD09C-CD83-4C94-9C2D-D837806F6C2A}"/>
              </a:ext>
            </a:extLst>
          </p:cNvPr>
          <p:cNvSpPr/>
          <p:nvPr/>
        </p:nvSpPr>
        <p:spPr>
          <a:xfrm>
            <a:off x="6021302" y="4739891"/>
            <a:ext cx="571500" cy="647700"/>
          </a:xfrm>
          <a:prstGeom prst="bentArrow">
            <a:avLst>
              <a:gd name="adj1" fmla="val 15000"/>
              <a:gd name="adj2" fmla="val 28333"/>
              <a:gd name="adj3" fmla="val 25000"/>
              <a:gd name="adj4" fmla="val 75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68BB3F75-17DC-4020-BD28-237CC5D857C7}"/>
                  </a:ext>
                </a:extLst>
              </p:cNvPr>
              <p:cNvSpPr txBox="1"/>
              <p:nvPr/>
            </p:nvSpPr>
            <p:spPr>
              <a:xfrm>
                <a:off x="5458096" y="5387591"/>
                <a:ext cx="4286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32" name="文字方塊 31">
                <a:extLst>
                  <a:ext uri="{FF2B5EF4-FFF2-40B4-BE49-F238E27FC236}">
                    <a16:creationId xmlns:a16="http://schemas.microsoft.com/office/drawing/2014/main" id="{68BB3F75-17DC-4020-BD28-237CC5D857C7}"/>
                  </a:ext>
                </a:extLst>
              </p:cNvPr>
              <p:cNvSpPr txBox="1">
                <a:spLocks noRot="1" noChangeAspect="1" noMove="1" noResize="1" noEditPoints="1" noAdjustHandles="1" noChangeArrowheads="1" noChangeShapeType="1" noTextEdit="1"/>
              </p:cNvSpPr>
              <p:nvPr/>
            </p:nvSpPr>
            <p:spPr>
              <a:xfrm>
                <a:off x="5458096" y="5387591"/>
                <a:ext cx="428625" cy="369332"/>
              </a:xfrm>
              <a:prstGeom prst="rect">
                <a:avLst/>
              </a:prstGeom>
              <a:blipFill>
                <a:blip r:embed="rId3"/>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67BFBE5-7DC2-42E6-8848-B92057116A9A}"/>
                  </a:ext>
                </a:extLst>
              </p:cNvPr>
              <p:cNvSpPr txBox="1"/>
              <p:nvPr/>
            </p:nvSpPr>
            <p:spPr>
              <a:xfrm>
                <a:off x="7073523" y="5387591"/>
                <a:ext cx="4286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33" name="文字方塊 32">
                <a:extLst>
                  <a:ext uri="{FF2B5EF4-FFF2-40B4-BE49-F238E27FC236}">
                    <a16:creationId xmlns:a16="http://schemas.microsoft.com/office/drawing/2014/main" id="{267BFBE5-7DC2-42E6-8848-B92057116A9A}"/>
                  </a:ext>
                </a:extLst>
              </p:cNvPr>
              <p:cNvSpPr txBox="1">
                <a:spLocks noRot="1" noChangeAspect="1" noMove="1" noResize="1" noEditPoints="1" noAdjustHandles="1" noChangeArrowheads="1" noChangeShapeType="1" noTextEdit="1"/>
              </p:cNvSpPr>
              <p:nvPr/>
            </p:nvSpPr>
            <p:spPr>
              <a:xfrm>
                <a:off x="7073523" y="5387591"/>
                <a:ext cx="428625" cy="369332"/>
              </a:xfrm>
              <a:prstGeom prst="rect">
                <a:avLst/>
              </a:prstGeom>
              <a:blipFill>
                <a:blip r:embed="rId4"/>
                <a:stretch>
                  <a:fillRect b="-6667"/>
                </a:stretch>
              </a:blipFill>
            </p:spPr>
            <p:txBody>
              <a:bodyPr/>
              <a:lstStyle/>
              <a:p>
                <a:r>
                  <a:rPr lang="zh-TW" altLang="en-US">
                    <a:noFill/>
                  </a:rPr>
                  <a:t> </a:t>
                </a:r>
              </a:p>
            </p:txBody>
          </p:sp>
        </mc:Fallback>
      </mc:AlternateContent>
      <p:cxnSp>
        <p:nvCxnSpPr>
          <p:cNvPr id="34" name="直線單箭頭接點 33">
            <a:extLst>
              <a:ext uri="{FF2B5EF4-FFF2-40B4-BE49-F238E27FC236}">
                <a16:creationId xmlns:a16="http://schemas.microsoft.com/office/drawing/2014/main" id="{BE541AC3-3181-42A1-AC3E-C32C5208C4EE}"/>
              </a:ext>
            </a:extLst>
          </p:cNvPr>
          <p:cNvCxnSpPr>
            <a:cxnSpLocks/>
          </p:cNvCxnSpPr>
          <p:nvPr/>
        </p:nvCxnSpPr>
        <p:spPr>
          <a:xfrm>
            <a:off x="4658814" y="5387591"/>
            <a:ext cx="0" cy="7973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4" name="圖片 113">
            <a:extLst>
              <a:ext uri="{FF2B5EF4-FFF2-40B4-BE49-F238E27FC236}">
                <a16:creationId xmlns:a16="http://schemas.microsoft.com/office/drawing/2014/main" id="{8985F066-CBF4-4F6B-8DCA-EC825E5A0CE6}"/>
              </a:ext>
            </a:extLst>
          </p:cNvPr>
          <p:cNvPicPr/>
          <p:nvPr/>
        </p:nvPicPr>
        <p:blipFill rotWithShape="1">
          <a:blip r:embed="rId5">
            <a:extLst>
              <a:ext uri="{28A0092B-C50C-407E-A947-70E740481C1C}">
                <a14:useLocalDpi xmlns:a14="http://schemas.microsoft.com/office/drawing/2010/main" val="0"/>
              </a:ext>
            </a:extLst>
          </a:blip>
          <a:srcRect l="12523" r="28563" b="12189"/>
          <a:stretch/>
        </p:blipFill>
        <p:spPr bwMode="auto">
          <a:xfrm>
            <a:off x="406076" y="3367830"/>
            <a:ext cx="3578291" cy="3429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20402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65E1B-6299-4528-B4F1-9A4A0A022A5F}"/>
              </a:ext>
            </a:extLst>
          </p:cNvPr>
          <p:cNvSpPr>
            <a:spLocks noGrp="1"/>
          </p:cNvSpPr>
          <p:nvPr>
            <p:ph type="title"/>
          </p:nvPr>
        </p:nvSpPr>
        <p:spPr/>
        <p:txBody>
          <a:bodyPr/>
          <a:lstStyle/>
          <a:p>
            <a:r>
              <a:rPr lang="en-US" altLang="zh-TW" b="1" dirty="0">
                <a:latin typeface="Times New Roman" panose="02020603050405020304" pitchFamily="18" charset="0"/>
                <a:cs typeface="Times New Roman" panose="02020603050405020304" pitchFamily="18" charset="0"/>
              </a:rPr>
              <a:t>Working Principle</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24198415-AAB4-45AA-B833-301B8193DCE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FEFE27E8-D08F-447B-A388-F9F80275F03B}"/>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Genetic Algorithm (GA)</a:t>
            </a:r>
            <a:endParaRPr lang="zh-TW" altLang="en-US" dirty="0">
              <a:latin typeface="Times New Roman" panose="02020603050405020304" pitchFamily="18" charset="0"/>
              <a:cs typeface="Times New Roman" panose="02020603050405020304" pitchFamily="18" charset="0"/>
            </a:endParaRPr>
          </a:p>
        </p:txBody>
      </p:sp>
      <p:sp>
        <p:nvSpPr>
          <p:cNvPr id="35" name="矩形: 圓角 34">
            <a:extLst>
              <a:ext uri="{FF2B5EF4-FFF2-40B4-BE49-F238E27FC236}">
                <a16:creationId xmlns:a16="http://schemas.microsoft.com/office/drawing/2014/main" id="{4D632B48-1B5B-44B0-AAEB-4A3E3D6C51E0}"/>
              </a:ext>
            </a:extLst>
          </p:cNvPr>
          <p:cNvSpPr/>
          <p:nvPr/>
        </p:nvSpPr>
        <p:spPr>
          <a:xfrm>
            <a:off x="5989848" y="1136936"/>
            <a:ext cx="1421027" cy="70433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ysClr val="windowText" lastClr="000000"/>
                </a:solidFill>
              </a:rPr>
              <a:t>產生初始個體</a:t>
            </a:r>
          </a:p>
        </p:txBody>
      </p:sp>
      <p:sp>
        <p:nvSpPr>
          <p:cNvPr id="36" name="矩形: 圓角 35">
            <a:extLst>
              <a:ext uri="{FF2B5EF4-FFF2-40B4-BE49-F238E27FC236}">
                <a16:creationId xmlns:a16="http://schemas.microsoft.com/office/drawing/2014/main" id="{371C36B2-2238-4D2B-973B-C4EFC1D8768D}"/>
              </a:ext>
            </a:extLst>
          </p:cNvPr>
          <p:cNvSpPr/>
          <p:nvPr/>
        </p:nvSpPr>
        <p:spPr>
          <a:xfrm>
            <a:off x="5989851" y="4561821"/>
            <a:ext cx="1421027" cy="70433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ysClr val="windowText" lastClr="000000"/>
                </a:solidFill>
              </a:rPr>
              <a:t>交配</a:t>
            </a:r>
          </a:p>
        </p:txBody>
      </p:sp>
      <p:sp>
        <p:nvSpPr>
          <p:cNvPr id="37" name="菱形 36">
            <a:extLst>
              <a:ext uri="{FF2B5EF4-FFF2-40B4-BE49-F238E27FC236}">
                <a16:creationId xmlns:a16="http://schemas.microsoft.com/office/drawing/2014/main" id="{BF547668-C04F-466F-BAF8-DEC177BDE818}"/>
              </a:ext>
            </a:extLst>
          </p:cNvPr>
          <p:cNvSpPr/>
          <p:nvPr/>
        </p:nvSpPr>
        <p:spPr>
          <a:xfrm>
            <a:off x="5606790" y="3176409"/>
            <a:ext cx="2187146" cy="105032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ysClr val="windowText" lastClr="000000"/>
                </a:solidFill>
              </a:rPr>
              <a:t>達到最佳解</a:t>
            </a:r>
          </a:p>
        </p:txBody>
      </p:sp>
      <p:sp>
        <p:nvSpPr>
          <p:cNvPr id="38" name="矩形: 圓角 37">
            <a:extLst>
              <a:ext uri="{FF2B5EF4-FFF2-40B4-BE49-F238E27FC236}">
                <a16:creationId xmlns:a16="http://schemas.microsoft.com/office/drawing/2014/main" id="{61EF3C39-A103-4852-AC28-424B722E7402}"/>
              </a:ext>
            </a:extLst>
          </p:cNvPr>
          <p:cNvSpPr/>
          <p:nvPr/>
        </p:nvSpPr>
        <p:spPr>
          <a:xfrm>
            <a:off x="5989851" y="5826331"/>
            <a:ext cx="1421027" cy="70433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ysClr val="windowText" lastClr="000000"/>
                </a:solidFill>
              </a:rPr>
              <a:t>突變</a:t>
            </a:r>
          </a:p>
        </p:txBody>
      </p:sp>
      <p:sp>
        <p:nvSpPr>
          <p:cNvPr id="39" name="矩形: 圓角 38">
            <a:extLst>
              <a:ext uri="{FF2B5EF4-FFF2-40B4-BE49-F238E27FC236}">
                <a16:creationId xmlns:a16="http://schemas.microsoft.com/office/drawing/2014/main" id="{EDB9B668-A81A-4648-B48F-13106491DC9C}"/>
              </a:ext>
            </a:extLst>
          </p:cNvPr>
          <p:cNvSpPr/>
          <p:nvPr/>
        </p:nvSpPr>
        <p:spPr>
          <a:xfrm>
            <a:off x="4022037" y="5826331"/>
            <a:ext cx="1421027" cy="70433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ysClr val="windowText" lastClr="000000"/>
                </a:solidFill>
              </a:rPr>
              <a:t>結束</a:t>
            </a:r>
          </a:p>
        </p:txBody>
      </p:sp>
      <p:cxnSp>
        <p:nvCxnSpPr>
          <p:cNvPr id="40" name="直線單箭頭接點 39">
            <a:extLst>
              <a:ext uri="{FF2B5EF4-FFF2-40B4-BE49-F238E27FC236}">
                <a16:creationId xmlns:a16="http://schemas.microsoft.com/office/drawing/2014/main" id="{2AE1112C-5D43-46C4-93F8-BB8973C55E41}"/>
              </a:ext>
            </a:extLst>
          </p:cNvPr>
          <p:cNvCxnSpPr>
            <a:cxnSpLocks/>
            <a:stCxn id="35" idx="2"/>
            <a:endCxn id="44" idx="0"/>
          </p:cNvCxnSpPr>
          <p:nvPr/>
        </p:nvCxnSpPr>
        <p:spPr>
          <a:xfrm flipH="1">
            <a:off x="6700361" y="1841271"/>
            <a:ext cx="1" cy="3111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A91AEC3-02D4-4469-8E18-E9A6B7008072}"/>
              </a:ext>
            </a:extLst>
          </p:cNvPr>
          <p:cNvCxnSpPr>
            <a:stCxn id="36" idx="2"/>
            <a:endCxn id="38" idx="0"/>
          </p:cNvCxnSpPr>
          <p:nvPr/>
        </p:nvCxnSpPr>
        <p:spPr>
          <a:xfrm>
            <a:off x="6700365" y="5266156"/>
            <a:ext cx="0" cy="560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接點: 肘形 41">
            <a:extLst>
              <a:ext uri="{FF2B5EF4-FFF2-40B4-BE49-F238E27FC236}">
                <a16:creationId xmlns:a16="http://schemas.microsoft.com/office/drawing/2014/main" id="{47A9AE8C-DEAE-47EE-B70A-79D50C0ED43D}"/>
              </a:ext>
            </a:extLst>
          </p:cNvPr>
          <p:cNvCxnSpPr>
            <a:cxnSpLocks/>
            <a:stCxn id="38" idx="2"/>
            <a:endCxn id="44" idx="3"/>
          </p:cNvCxnSpPr>
          <p:nvPr/>
        </p:nvCxnSpPr>
        <p:spPr>
          <a:xfrm rot="5400000" flipH="1" flipV="1">
            <a:off x="5042569" y="4162361"/>
            <a:ext cx="4026100" cy="710509"/>
          </a:xfrm>
          <a:prstGeom prst="bentConnector4">
            <a:avLst>
              <a:gd name="adj1" fmla="val -5678"/>
              <a:gd name="adj2" fmla="val 19836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接點: 肘形 42">
            <a:extLst>
              <a:ext uri="{FF2B5EF4-FFF2-40B4-BE49-F238E27FC236}">
                <a16:creationId xmlns:a16="http://schemas.microsoft.com/office/drawing/2014/main" id="{AB0B69D3-9AFC-46E7-A01D-59D87B56936C}"/>
              </a:ext>
            </a:extLst>
          </p:cNvPr>
          <p:cNvCxnSpPr>
            <a:cxnSpLocks/>
            <a:stCxn id="37" idx="1"/>
            <a:endCxn id="39" idx="0"/>
          </p:cNvCxnSpPr>
          <p:nvPr/>
        </p:nvCxnSpPr>
        <p:spPr>
          <a:xfrm rot="10800000" flipV="1">
            <a:off x="4732552" y="3701571"/>
            <a:ext cx="874239" cy="212476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圓角 43">
            <a:extLst>
              <a:ext uri="{FF2B5EF4-FFF2-40B4-BE49-F238E27FC236}">
                <a16:creationId xmlns:a16="http://schemas.microsoft.com/office/drawing/2014/main" id="{381FBB4C-A3CB-44F3-AEA9-4683BA1C5F5D}"/>
              </a:ext>
            </a:extLst>
          </p:cNvPr>
          <p:cNvSpPr/>
          <p:nvPr/>
        </p:nvSpPr>
        <p:spPr>
          <a:xfrm>
            <a:off x="5989847" y="2152398"/>
            <a:ext cx="1421027" cy="70433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a:solidFill>
                  <a:sysClr val="windowText" lastClr="000000"/>
                </a:solidFill>
              </a:rPr>
              <a:t>計算適應度</a:t>
            </a:r>
          </a:p>
        </p:txBody>
      </p:sp>
      <p:cxnSp>
        <p:nvCxnSpPr>
          <p:cNvPr id="45" name="直線單箭頭接點 44">
            <a:extLst>
              <a:ext uri="{FF2B5EF4-FFF2-40B4-BE49-F238E27FC236}">
                <a16:creationId xmlns:a16="http://schemas.microsoft.com/office/drawing/2014/main" id="{8B17A56C-692E-44CF-949F-268E05F15E0C}"/>
              </a:ext>
            </a:extLst>
          </p:cNvPr>
          <p:cNvCxnSpPr>
            <a:cxnSpLocks/>
            <a:stCxn id="37" idx="2"/>
            <a:endCxn id="36" idx="0"/>
          </p:cNvCxnSpPr>
          <p:nvPr/>
        </p:nvCxnSpPr>
        <p:spPr>
          <a:xfrm>
            <a:off x="6700363" y="4226733"/>
            <a:ext cx="2" cy="335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E3EB187D-A968-4557-9403-736189A3E807}"/>
              </a:ext>
            </a:extLst>
          </p:cNvPr>
          <p:cNvCxnSpPr>
            <a:cxnSpLocks/>
            <a:stCxn id="44" idx="2"/>
            <a:endCxn id="37" idx="0"/>
          </p:cNvCxnSpPr>
          <p:nvPr/>
        </p:nvCxnSpPr>
        <p:spPr>
          <a:xfrm>
            <a:off x="6700361" y="2856733"/>
            <a:ext cx="2" cy="3196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字方塊 46">
            <a:extLst>
              <a:ext uri="{FF2B5EF4-FFF2-40B4-BE49-F238E27FC236}">
                <a16:creationId xmlns:a16="http://schemas.microsoft.com/office/drawing/2014/main" id="{5EAC9079-7351-4F82-B372-2F3FE029BC2E}"/>
              </a:ext>
            </a:extLst>
          </p:cNvPr>
          <p:cNvSpPr txBox="1"/>
          <p:nvPr/>
        </p:nvSpPr>
        <p:spPr>
          <a:xfrm>
            <a:off x="5266998" y="3286051"/>
            <a:ext cx="407773" cy="307777"/>
          </a:xfrm>
          <a:prstGeom prst="rect">
            <a:avLst/>
          </a:prstGeom>
          <a:noFill/>
        </p:spPr>
        <p:txBody>
          <a:bodyPr wrap="square" rtlCol="0">
            <a:spAutoFit/>
          </a:bodyPr>
          <a:lstStyle/>
          <a:p>
            <a:r>
              <a:rPr lang="zh-TW" altLang="en-US" sz="1400" dirty="0">
                <a:latin typeface="標楷體" panose="03000509000000000000" pitchFamily="65" charset="-120"/>
                <a:ea typeface="標楷體" panose="03000509000000000000" pitchFamily="65" charset="-120"/>
              </a:rPr>
              <a:t>是</a:t>
            </a:r>
          </a:p>
        </p:txBody>
      </p:sp>
      <p:sp>
        <p:nvSpPr>
          <p:cNvPr id="48" name="文字方塊 47">
            <a:extLst>
              <a:ext uri="{FF2B5EF4-FFF2-40B4-BE49-F238E27FC236}">
                <a16:creationId xmlns:a16="http://schemas.microsoft.com/office/drawing/2014/main" id="{A6B47BD2-EB30-4BB0-8292-C3D9F1656484}"/>
              </a:ext>
            </a:extLst>
          </p:cNvPr>
          <p:cNvSpPr txBox="1"/>
          <p:nvPr/>
        </p:nvSpPr>
        <p:spPr>
          <a:xfrm>
            <a:off x="6836270" y="4180625"/>
            <a:ext cx="407773" cy="307777"/>
          </a:xfrm>
          <a:prstGeom prst="rect">
            <a:avLst/>
          </a:prstGeom>
          <a:noFill/>
        </p:spPr>
        <p:txBody>
          <a:bodyPr wrap="square" rtlCol="0">
            <a:spAutoFit/>
          </a:bodyPr>
          <a:lstStyle/>
          <a:p>
            <a:r>
              <a:rPr lang="zh-TW" altLang="en-US" sz="1400" dirty="0">
                <a:latin typeface="標楷體" panose="03000509000000000000" pitchFamily="65" charset="-120"/>
                <a:ea typeface="標楷體" panose="03000509000000000000" pitchFamily="65" charset="-120"/>
              </a:rPr>
              <a:t>否</a:t>
            </a:r>
          </a:p>
        </p:txBody>
      </p:sp>
      <p:pic>
        <p:nvPicPr>
          <p:cNvPr id="50" name="圖片 49">
            <a:extLst>
              <a:ext uri="{FF2B5EF4-FFF2-40B4-BE49-F238E27FC236}">
                <a16:creationId xmlns:a16="http://schemas.microsoft.com/office/drawing/2014/main" id="{ADDA6EE0-E9FD-4226-BED9-76BF2953ABF0}"/>
              </a:ext>
            </a:extLst>
          </p:cNvPr>
          <p:cNvPicPr/>
          <p:nvPr/>
        </p:nvPicPr>
        <p:blipFill rotWithShape="1">
          <a:blip r:embed="rId3">
            <a:extLst>
              <a:ext uri="{28A0092B-C50C-407E-A947-70E740481C1C}">
                <a14:useLocalDpi xmlns:a14="http://schemas.microsoft.com/office/drawing/2010/main" val="0"/>
              </a:ext>
            </a:extLst>
          </a:blip>
          <a:srcRect l="5645" t="5958" r="28034" b="26615"/>
          <a:stretch/>
        </p:blipFill>
        <p:spPr bwMode="auto">
          <a:xfrm>
            <a:off x="357019" y="1996276"/>
            <a:ext cx="3884390" cy="2091833"/>
          </a:xfrm>
          <a:prstGeom prst="rect">
            <a:avLst/>
          </a:prstGeom>
          <a:ln>
            <a:noFill/>
          </a:ln>
          <a:extLst>
            <a:ext uri="{53640926-AAD7-44D8-BBD7-CCE9431645EC}">
              <a14:shadowObscured xmlns:a14="http://schemas.microsoft.com/office/drawing/2010/main"/>
            </a:ext>
          </a:extLst>
        </p:spPr>
      </p:pic>
      <p:pic>
        <p:nvPicPr>
          <p:cNvPr id="51" name="圖片 50">
            <a:extLst>
              <a:ext uri="{FF2B5EF4-FFF2-40B4-BE49-F238E27FC236}">
                <a16:creationId xmlns:a16="http://schemas.microsoft.com/office/drawing/2014/main" id="{05943984-72B0-41DA-9E8E-71F6ABA86CB7}"/>
              </a:ext>
            </a:extLst>
          </p:cNvPr>
          <p:cNvPicPr/>
          <p:nvPr/>
        </p:nvPicPr>
        <p:blipFill rotWithShape="1">
          <a:blip r:embed="rId4">
            <a:extLst>
              <a:ext uri="{28A0092B-C50C-407E-A947-70E740481C1C}">
                <a14:useLocalDpi xmlns:a14="http://schemas.microsoft.com/office/drawing/2010/main" val="0"/>
              </a:ext>
            </a:extLst>
          </a:blip>
          <a:srcRect l="5998" t="7526" r="27504" b="44805"/>
          <a:stretch/>
        </p:blipFill>
        <p:spPr bwMode="auto">
          <a:xfrm>
            <a:off x="354267" y="4334514"/>
            <a:ext cx="3889893" cy="147700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12225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7819F125-983D-478A-A526-E374872BF6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346" y="1850809"/>
            <a:ext cx="4927536" cy="4777000"/>
          </a:xfrm>
          <a:prstGeom prst="rect">
            <a:avLst/>
          </a:prstGeom>
        </p:spPr>
      </p:pic>
      <p:sp>
        <p:nvSpPr>
          <p:cNvPr id="2" name="標題 1">
            <a:extLst>
              <a:ext uri="{FF2B5EF4-FFF2-40B4-BE49-F238E27FC236}">
                <a16:creationId xmlns:a16="http://schemas.microsoft.com/office/drawing/2014/main" id="{A1C6AB3F-FF12-4D3C-9A56-12F96322C7A9}"/>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Simulation</a:t>
            </a:r>
            <a:endParaRPr lang="zh-TW" altLang="en-US" b="1" dirty="0"/>
          </a:p>
        </p:txBody>
      </p:sp>
      <p:pic>
        <p:nvPicPr>
          <p:cNvPr id="4" name="圖片 3">
            <a:extLst>
              <a:ext uri="{FF2B5EF4-FFF2-40B4-BE49-F238E27FC236}">
                <a16:creationId xmlns:a16="http://schemas.microsoft.com/office/drawing/2014/main" id="{63797D29-ABAD-4430-BBFC-85B1173B0DC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C7C598AE-DA09-4E4B-A482-19E4F0A90816}"/>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Genetic Algorithm (GA)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C6B542D7-BC08-48CD-BE23-846FFC5913DD}"/>
                  </a:ext>
                </a:extLst>
              </p:cNvPr>
              <p:cNvSpPr txBox="1"/>
              <p:nvPr/>
            </p:nvSpPr>
            <p:spPr>
              <a:xfrm>
                <a:off x="4572000" y="1377670"/>
                <a:ext cx="3474720" cy="3945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Λ</m:t>
                              </m:r>
                            </m:e>
                            <m:sub>
                              <m:r>
                                <a:rPr lang="en-US" altLang="zh-TW" b="0" i="1" smtClean="0">
                                  <a:latin typeface="Cambria Math" panose="02040503050406030204" pitchFamily="18" charset="0"/>
                                </a:rPr>
                                <m:t>1</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𝑜</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𝑒</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𝑖</m:t>
                              </m:r>
                            </m:e>
                            <m:sub>
                              <m:r>
                                <a:rPr lang="en-US" altLang="zh-TW" b="0" i="1" smtClean="0">
                                  <a:latin typeface="Cambria Math" panose="02040503050406030204" pitchFamily="18" charset="0"/>
                                </a:rPr>
                                <m:t>𝑜</m:t>
                              </m:r>
                            </m:sub>
                          </m:sSub>
                        </m:sub>
                      </m:sSub>
                      <m:r>
                        <a:rPr lang="en-US" altLang="zh-TW" b="0" i="1" smtClean="0">
                          <a:latin typeface="Cambria Math" panose="02040503050406030204" pitchFamily="18" charset="0"/>
                        </a:rPr>
                        <m:t>=9.65 </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p:txBody>
          </p:sp>
        </mc:Choice>
        <mc:Fallback xmlns="">
          <p:sp>
            <p:nvSpPr>
              <p:cNvPr id="8" name="文字方塊 7">
                <a:extLst>
                  <a:ext uri="{FF2B5EF4-FFF2-40B4-BE49-F238E27FC236}">
                    <a16:creationId xmlns:a16="http://schemas.microsoft.com/office/drawing/2014/main" id="{C6B542D7-BC08-48CD-BE23-846FFC5913DD}"/>
                  </a:ext>
                </a:extLst>
              </p:cNvPr>
              <p:cNvSpPr txBox="1">
                <a:spLocks noRot="1" noChangeAspect="1" noMove="1" noResize="1" noEditPoints="1" noAdjustHandles="1" noChangeArrowheads="1" noChangeShapeType="1" noTextEdit="1"/>
              </p:cNvSpPr>
              <p:nvPr/>
            </p:nvSpPr>
            <p:spPr>
              <a:xfrm>
                <a:off x="4572000" y="1377670"/>
                <a:ext cx="3474720" cy="394532"/>
              </a:xfrm>
              <a:prstGeom prst="rect">
                <a:avLst/>
              </a:prstGeom>
              <a:blipFill>
                <a:blip r:embed="rId4"/>
                <a:stretch>
                  <a:fillRect b="-15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BDCD862F-F777-426C-AB53-C7EE67B2936F}"/>
                  </a:ext>
                </a:extLst>
              </p:cNvPr>
              <p:cNvSpPr txBox="1"/>
              <p:nvPr/>
            </p:nvSpPr>
            <p:spPr>
              <a:xfrm>
                <a:off x="4572000" y="2048259"/>
                <a:ext cx="3474720" cy="3945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Λ</m:t>
                              </m:r>
                            </m:e>
                            <m:sub>
                              <m:r>
                                <a:rPr lang="en-US" altLang="zh-TW" b="0" i="1" smtClean="0">
                                  <a:latin typeface="Cambria Math" panose="02040503050406030204" pitchFamily="18" charset="0"/>
                                </a:rPr>
                                <m:t>2</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𝑜</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𝑜</m:t>
                              </m:r>
                            </m:sub>
                          </m:sSub>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𝑘</m:t>
                          </m:r>
                        </m:e>
                        <m: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𝑖</m:t>
                              </m:r>
                            </m:e>
                            <m:sub>
                              <m:r>
                                <a:rPr lang="en-US" altLang="zh-TW" b="0" i="1" smtClean="0">
                                  <a:latin typeface="Cambria Math" panose="02040503050406030204" pitchFamily="18" charset="0"/>
                                </a:rPr>
                                <m:t>𝑒</m:t>
                              </m:r>
                            </m:sub>
                          </m:sSub>
                        </m:sub>
                      </m:sSub>
                      <m:r>
                        <a:rPr lang="en-US" altLang="zh-TW" b="0" i="1" smtClean="0">
                          <a:latin typeface="Cambria Math" panose="02040503050406030204" pitchFamily="18" charset="0"/>
                        </a:rPr>
                        <m:t>=9.71 </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p:txBody>
          </p:sp>
        </mc:Choice>
        <mc:Fallback xmlns="">
          <p:sp>
            <p:nvSpPr>
              <p:cNvPr id="9" name="文字方塊 8">
                <a:extLst>
                  <a:ext uri="{FF2B5EF4-FFF2-40B4-BE49-F238E27FC236}">
                    <a16:creationId xmlns:a16="http://schemas.microsoft.com/office/drawing/2014/main" id="{BDCD862F-F777-426C-AB53-C7EE67B2936F}"/>
                  </a:ext>
                </a:extLst>
              </p:cNvPr>
              <p:cNvSpPr txBox="1">
                <a:spLocks noRot="1" noChangeAspect="1" noMove="1" noResize="1" noEditPoints="1" noAdjustHandles="1" noChangeArrowheads="1" noChangeShapeType="1" noTextEdit="1"/>
              </p:cNvSpPr>
              <p:nvPr/>
            </p:nvSpPr>
            <p:spPr>
              <a:xfrm>
                <a:off x="4572000" y="2048259"/>
                <a:ext cx="3474720" cy="394532"/>
              </a:xfrm>
              <a:prstGeom prst="rect">
                <a:avLst/>
              </a:prstGeom>
              <a:blipFill>
                <a:blip r:embed="rId5"/>
                <a:stretch>
                  <a:fillRect b="-15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963BE4B5-072D-4D08-85C2-132FCDCC9B65}"/>
                  </a:ext>
                </a:extLst>
              </p:cNvPr>
              <p:cNvSpPr txBox="1"/>
              <p:nvPr/>
            </p:nvSpPr>
            <p:spPr>
              <a:xfrm>
                <a:off x="3587814" y="3039622"/>
                <a:ext cx="4138970" cy="1199687"/>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altLang="zh-TW">
                          <a:latin typeface="Cambria Math" panose="02040503050406030204" pitchFamily="18" charset="0"/>
                        </a:rPr>
                        <m:t>Ob</m:t>
                      </m:r>
                      <m:r>
                        <a:rPr lang="en-US" altLang="zh-TW">
                          <a:latin typeface="Cambria Math" panose="02040503050406030204" pitchFamily="18" charset="0"/>
                        </a:rPr>
                        <m:t>=</m:t>
                      </m:r>
                      <m:nary>
                        <m:naryPr>
                          <m:chr m:val="∑"/>
                          <m:limLoc m:val="undOvr"/>
                          <m:ctrlPr>
                            <a:rPr lang="zh-TW" altLang="zh-TW" i="1">
                              <a:latin typeface="Cambria Math" panose="02040503050406030204" pitchFamily="18" charset="0"/>
                            </a:rPr>
                          </m:ctrlPr>
                        </m:naryPr>
                        <m:sub>
                          <m:r>
                            <a:rPr lang="en-US" altLang="zh-TW" i="1">
                              <a:latin typeface="Cambria Math" panose="02040503050406030204" pitchFamily="18" charset="0"/>
                            </a:rPr>
                            <m:t>𝑖</m:t>
                          </m:r>
                          <m:r>
                            <a:rPr lang="en-US" altLang="zh-TW">
                              <a:latin typeface="Cambria Math" panose="02040503050406030204" pitchFamily="18" charset="0"/>
                            </a:rPr>
                            <m:t>=0</m:t>
                          </m:r>
                        </m:sub>
                        <m:sup>
                          <m:r>
                            <a:rPr lang="en-US" altLang="zh-TW" i="1">
                              <a:latin typeface="Cambria Math" panose="02040503050406030204" pitchFamily="18" charset="0"/>
                            </a:rPr>
                            <m:t>𝑀</m:t>
                          </m:r>
                        </m:sup>
                        <m:e>
                          <m:d>
                            <m:dPr>
                              <m:begChr m:val="["/>
                              <m:endChr m:val="]"/>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𝑖</m:t>
                                      </m:r>
                                    </m:sub>
                                  </m:sSub>
                                </m:e>
                              </m:d>
                              <m:r>
                                <a:rPr lang="zh-TW" altLang="zh-TW">
                                  <a:latin typeface="Cambria Math" panose="02040503050406030204" pitchFamily="18" charset="0"/>
                                </a:rPr>
                                <m:t>×</m:t>
                              </m:r>
                              <m:d>
                                <m:dPr>
                                  <m:begChr m:val="|"/>
                                  <m:endChr m:val="|"/>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𝜁</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i="1">
                                              <a:latin typeface="Cambria Math" panose="02040503050406030204" pitchFamily="18" charset="0"/>
                                            </a:rPr>
                                            <m:t>𝑖</m:t>
                                          </m:r>
                                        </m:sub>
                                      </m:sSub>
                                    </m:e>
                                  </m:d>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𝜁</m:t>
                                      </m:r>
                                    </m:e>
                                    <m:sub>
                                      <m:r>
                                        <a:rPr lang="en-US" altLang="zh-TW" i="1">
                                          <a:latin typeface="Cambria Math" panose="02040503050406030204" pitchFamily="18" charset="0"/>
                                        </a:rPr>
                                        <m:t>𝑒𝑓𝑓</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i="1">
                                              <a:latin typeface="Cambria Math" panose="02040503050406030204" pitchFamily="18" charset="0"/>
                                            </a:rPr>
                                            <m:t>𝑖</m:t>
                                          </m:r>
                                        </m:sub>
                                      </m:sSub>
                                    </m:e>
                                  </m:d>
                                </m:e>
                              </m:d>
                            </m:e>
                          </m:d>
                        </m:e>
                      </m:nary>
                      <m:r>
                        <a:rPr lang="en-US" altLang="zh-TW">
                          <a:latin typeface="Cambria Math" panose="02040503050406030204" pitchFamily="18" charset="0"/>
                        </a:rPr>
                        <m:t>+</m:t>
                      </m:r>
                    </m:oMath>
                  </m:oMathPara>
                </a14:m>
                <a:endParaRPr lang="zh-TW" altLang="zh-TW" dirty="0"/>
              </a:p>
              <a:p>
                <a:r>
                  <a:rPr lang="en-US" altLang="zh-TW" dirty="0"/>
                  <a:t>	</a:t>
                </a:r>
                <a14:m>
                  <m:oMath xmlns:m="http://schemas.openxmlformats.org/officeDocument/2006/math">
                    <m:r>
                      <a:rPr lang="en-US" altLang="zh-TW" i="1">
                        <a:latin typeface="Cambria Math" panose="02040503050406030204" pitchFamily="18" charset="0"/>
                      </a:rPr>
                      <m:t>𝛽</m:t>
                    </m:r>
                    <m:r>
                      <a:rPr lang="zh-TW" altLang="zh-TW">
                        <a:latin typeface="Cambria Math" panose="02040503050406030204" pitchFamily="18" charset="0"/>
                      </a:rPr>
                      <m:t>×</m:t>
                    </m:r>
                    <m:d>
                      <m:dPr>
                        <m:begChr m:val="{"/>
                        <m:endChr m:val="}"/>
                        <m:ctrlPr>
                          <a:rPr lang="zh-TW" altLang="zh-TW" i="1">
                            <a:latin typeface="Cambria Math" panose="02040503050406030204" pitchFamily="18" charset="0"/>
                          </a:rPr>
                        </m:ctrlPr>
                      </m:dPr>
                      <m:e>
                        <m:r>
                          <a:rPr lang="en-US" altLang="zh-TW" i="1">
                            <a:latin typeface="Cambria Math" panose="02040503050406030204" pitchFamily="18" charset="0"/>
                          </a:rPr>
                          <m:t>𝑚𝑎𝑥</m:t>
                        </m:r>
                        <m:d>
                          <m:dPr>
                            <m:begChr m:val="["/>
                            <m:endChr m:val="]"/>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𝜁</m:t>
                                </m:r>
                              </m:e>
                              <m:sub>
                                <m:r>
                                  <a:rPr lang="en-US" altLang="zh-TW" i="1">
                                    <a:latin typeface="Cambria Math" panose="02040503050406030204" pitchFamily="18" charset="0"/>
                                  </a:rPr>
                                  <m:t>𝑒𝑓𝑓</m:t>
                                </m:r>
                              </m:sub>
                            </m:sSub>
                          </m:e>
                        </m:d>
                        <m:r>
                          <a:rPr lang="en-US" altLang="zh-TW" i="1">
                            <a:latin typeface="Cambria Math" panose="02040503050406030204" pitchFamily="18" charset="0"/>
                          </a:rPr>
                          <m:t>−</m:t>
                        </m:r>
                        <m:r>
                          <a:rPr lang="en-US" altLang="zh-TW" i="1">
                            <a:latin typeface="Cambria Math" panose="02040503050406030204" pitchFamily="18" charset="0"/>
                          </a:rPr>
                          <m:t>𝑚𝑖𝑛</m:t>
                        </m:r>
                        <m:d>
                          <m:dPr>
                            <m:begChr m:val="["/>
                            <m:endChr m:val="]"/>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𝜁</m:t>
                                </m:r>
                              </m:e>
                              <m:sub>
                                <m:r>
                                  <a:rPr lang="en-US" altLang="zh-TW" i="1">
                                    <a:latin typeface="Cambria Math" panose="02040503050406030204" pitchFamily="18" charset="0"/>
                                  </a:rPr>
                                  <m:t>𝑒𝑓𝑓</m:t>
                                </m:r>
                              </m:sub>
                            </m:sSub>
                          </m:e>
                        </m:d>
                      </m:e>
                    </m:d>
                  </m:oMath>
                </a14:m>
                <a:endParaRPr lang="zh-TW" altLang="en-US" dirty="0"/>
              </a:p>
            </p:txBody>
          </p:sp>
        </mc:Choice>
        <mc:Fallback xmlns="">
          <p:sp>
            <p:nvSpPr>
              <p:cNvPr id="3" name="文字方塊 2">
                <a:extLst>
                  <a:ext uri="{FF2B5EF4-FFF2-40B4-BE49-F238E27FC236}">
                    <a16:creationId xmlns:a16="http://schemas.microsoft.com/office/drawing/2014/main" id="{963BE4B5-072D-4D08-85C2-132FCDCC9B65}"/>
                  </a:ext>
                </a:extLst>
              </p:cNvPr>
              <p:cNvSpPr txBox="1">
                <a:spLocks noRot="1" noChangeAspect="1" noMove="1" noResize="1" noEditPoints="1" noAdjustHandles="1" noChangeArrowheads="1" noChangeShapeType="1" noTextEdit="1"/>
              </p:cNvSpPr>
              <p:nvPr/>
            </p:nvSpPr>
            <p:spPr>
              <a:xfrm>
                <a:off x="3587814" y="3039622"/>
                <a:ext cx="4138970" cy="1199687"/>
              </a:xfrm>
              <a:prstGeom prst="rect">
                <a:avLst/>
              </a:prstGeom>
              <a:blipFill>
                <a:blip r:embed="rId6"/>
                <a:stretch>
                  <a:fillRect b="-25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B6CF95D8-8AA5-480F-BCC2-F67613AD8E8D}"/>
                  </a:ext>
                </a:extLst>
              </p:cNvPr>
              <p:cNvSpPr txBox="1"/>
              <p:nvPr/>
            </p:nvSpPr>
            <p:spPr>
              <a:xfrm>
                <a:off x="3587814" y="4237945"/>
                <a:ext cx="4927536" cy="1503553"/>
              </a:xfrm>
              <a:prstGeom prst="rect">
                <a:avLst/>
              </a:prstGeom>
              <a:solidFill>
                <a:schemeClr val="accent4">
                  <a:lumMod val="40000"/>
                  <a:lumOff val="60000"/>
                </a:schemeClr>
              </a:solidFill>
            </p:spPr>
            <p:txBody>
              <a:bodyPr wrap="square" rtlCol="0">
                <a:spAutoFit/>
              </a:bodyPr>
              <a:lstStyle/>
              <a:p>
                <a14:m>
                  <m:oMath xmlns:m="http://schemas.openxmlformats.org/officeDocument/2006/math">
                    <m:sSub>
                      <m:sSubPr>
                        <m:ctrlPr>
                          <a:rPr lang="zh-TW" altLang="zh-TW" i="1" smtClean="0">
                            <a:latin typeface="Cambria Math" panose="02040503050406030204" pitchFamily="18" charset="0"/>
                          </a:rPr>
                        </m:ctrlPr>
                      </m:sSubPr>
                      <m:e>
                        <m:r>
                          <a:rPr lang="en-US" altLang="zh-TW" i="1">
                            <a:latin typeface="Cambria Math" panose="02040503050406030204" pitchFamily="18" charset="0"/>
                          </a:rPr>
                          <m:t>𝜁</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i="1">
                                <a:latin typeface="Cambria Math" panose="02040503050406030204" pitchFamily="18" charset="0"/>
                              </a:rPr>
                              <m:t>𝑖</m:t>
                            </m:r>
                          </m:sub>
                        </m:sSub>
                      </m:e>
                    </m:d>
                  </m:oMath>
                </a14:m>
                <a:r>
                  <a:rPr lang="zh-TW" altLang="en-US" dirty="0"/>
                  <a:t> </a:t>
                </a:r>
                <a:r>
                  <a:rPr lang="en-US" altLang="zh-TW" dirty="0"/>
                  <a:t>: </a:t>
                </a:r>
                <a:r>
                  <a:rPr lang="zh-TW" altLang="zh-TW" dirty="0">
                    <a:latin typeface="標楷體" panose="03000509000000000000" pitchFamily="65" charset="-120"/>
                    <a:ea typeface="標楷體" panose="03000509000000000000" pitchFamily="65" charset="-120"/>
                  </a:rPr>
                  <a:t>空間頻率所對應的傅立葉係數</a:t>
                </a:r>
                <a:endParaRPr lang="en-US" altLang="zh-TW" dirty="0">
                  <a:latin typeface="標楷體" panose="03000509000000000000" pitchFamily="65" charset="-120"/>
                  <a:ea typeface="標楷體" panose="03000509000000000000" pitchFamily="65" charset="-120"/>
                </a:endParaRPr>
              </a:p>
              <a:p>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𝜁</m:t>
                        </m:r>
                      </m:e>
                      <m:sub>
                        <m:r>
                          <a:rPr lang="en-US" altLang="zh-TW" i="1">
                            <a:latin typeface="Cambria Math" panose="02040503050406030204" pitchFamily="18" charset="0"/>
                          </a:rPr>
                          <m:t>𝑒𝑓𝑓</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𝜆</m:t>
                            </m:r>
                          </m:e>
                          <m:sub>
                            <m:r>
                              <a:rPr lang="en-US" altLang="zh-TW" i="1">
                                <a:latin typeface="Cambria Math" panose="02040503050406030204" pitchFamily="18" charset="0"/>
                              </a:rPr>
                              <m:t>𝑖</m:t>
                            </m:r>
                          </m:sub>
                        </m:sSub>
                      </m:e>
                    </m:d>
                  </m:oMath>
                </a14:m>
                <a:r>
                  <a:rPr lang="zh-TW" altLang="en-US" dirty="0"/>
                  <a:t> </a:t>
                </a:r>
                <a:r>
                  <a:rPr lang="en-US" altLang="zh-TW" dirty="0"/>
                  <a:t>: </a:t>
                </a:r>
                <a:r>
                  <a:rPr lang="zh-TW" altLang="zh-TW" dirty="0">
                    <a:latin typeface="標楷體" panose="03000509000000000000" pitchFamily="65" charset="-120"/>
                    <a:ea typeface="標楷體" panose="03000509000000000000" pitchFamily="65" charset="-120"/>
                  </a:rPr>
                  <a:t>空間頻率所計算出來的傅立葉係數理</a:t>
                </a:r>
                <a:r>
                  <a:rPr lang="en-US" altLang="zh-TW" dirty="0">
                    <a:latin typeface="標楷體" panose="03000509000000000000" pitchFamily="65" charset="-120"/>
                    <a:ea typeface="標楷體" panose="03000509000000000000" pitchFamily="65" charset="-120"/>
                  </a:rPr>
                  <a:t>		</a:t>
                </a:r>
                <a:r>
                  <a:rPr lang="zh-TW" altLang="zh-TW" dirty="0">
                    <a:latin typeface="標楷體" panose="03000509000000000000" pitchFamily="65" charset="-120"/>
                    <a:ea typeface="標楷體" panose="03000509000000000000" pitchFamily="65" charset="-120"/>
                  </a:rPr>
                  <a:t>論值</a:t>
                </a:r>
                <a:endParaRPr lang="en-US" altLang="zh-TW" dirty="0">
                  <a:latin typeface="標楷體" panose="03000509000000000000" pitchFamily="65" charset="-120"/>
                  <a:ea typeface="標楷體" panose="03000509000000000000" pitchFamily="65" charset="-120"/>
                </a:endParaRPr>
              </a:p>
              <a:p>
                <a14:m>
                  <m:oMath xmlns:m="http://schemas.openxmlformats.org/officeDocument/2006/math">
                    <m:sSub>
                      <m:sSubPr>
                        <m:ctrlPr>
                          <a:rPr lang="zh-TW"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𝑖</m:t>
                        </m:r>
                      </m:sub>
                    </m:sSub>
                    <m:d>
                      <m:dPr>
                        <m:ctrlPr>
                          <a:rPr lang="zh-TW" altLang="zh-TW" i="1">
                            <a:latin typeface="Cambria Math" panose="02040503050406030204" pitchFamily="18" charset="0"/>
                          </a:rPr>
                        </m:ctrlPr>
                      </m:dPr>
                      <m:e>
                        <m:sSub>
                          <m:sSubPr>
                            <m:ctrlPr>
                              <a:rPr lang="zh-TW"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𝑖</m:t>
                            </m:r>
                          </m:sub>
                        </m:sSub>
                      </m:e>
                    </m:d>
                  </m:oMath>
                </a14:m>
                <a:r>
                  <a:rPr lang="zh-TW" altLang="en-US" dirty="0"/>
                  <a:t> </a:t>
                </a:r>
                <a:r>
                  <a:rPr lang="en-US" altLang="zh-TW" dirty="0"/>
                  <a:t>: </a:t>
                </a:r>
                <a:r>
                  <a:rPr lang="zh-TW" altLang="zh-TW" dirty="0">
                    <a:latin typeface="標楷體" panose="03000509000000000000" pitchFamily="65" charset="-120"/>
                    <a:ea typeface="標楷體" panose="03000509000000000000" pitchFamily="65" charset="-120"/>
                  </a:rPr>
                  <a:t>空間頻率的權重</a:t>
                </a:r>
                <a:endParaRPr lang="en-US" altLang="zh-TW" dirty="0">
                  <a:latin typeface="標楷體" panose="03000509000000000000" pitchFamily="65" charset="-120"/>
                  <a:ea typeface="標楷體" panose="03000509000000000000" pitchFamily="65" charset="-120"/>
                </a:endParaRPr>
              </a:p>
              <a:p>
                <a14:m>
                  <m:oMath xmlns:m="http://schemas.openxmlformats.org/officeDocument/2006/math">
                    <m:r>
                      <a:rPr lang="en-US" altLang="zh-TW" i="1">
                        <a:latin typeface="Cambria Math" panose="02040503050406030204" pitchFamily="18" charset="0"/>
                      </a:rPr>
                      <m:t>𝛽</m:t>
                    </m:r>
                  </m:oMath>
                </a14:m>
                <a:r>
                  <a:rPr lang="zh-TW" altLang="en-US" dirty="0"/>
                  <a:t> </a:t>
                </a:r>
                <a:r>
                  <a:rPr lang="en-US" altLang="zh-TW" dirty="0"/>
                  <a:t>: </a:t>
                </a:r>
                <a:r>
                  <a:rPr lang="zh-TW" altLang="zh-TW" dirty="0">
                    <a:latin typeface="標楷體" panose="03000509000000000000" pitchFamily="65" charset="-120"/>
                    <a:ea typeface="標楷體" panose="03000509000000000000" pitchFamily="65" charset="-120"/>
                  </a:rPr>
                  <a:t>等高權重</a:t>
                </a:r>
                <a:endParaRPr lang="zh-TW" altLang="en-US" dirty="0">
                  <a:latin typeface="標楷體" panose="03000509000000000000" pitchFamily="65" charset="-120"/>
                  <a:ea typeface="標楷體" panose="03000509000000000000" pitchFamily="65" charset="-120"/>
                </a:endParaRPr>
              </a:p>
            </p:txBody>
          </p:sp>
        </mc:Choice>
        <mc:Fallback xmlns="">
          <p:sp>
            <p:nvSpPr>
              <p:cNvPr id="7" name="文字方塊 6">
                <a:extLst>
                  <a:ext uri="{FF2B5EF4-FFF2-40B4-BE49-F238E27FC236}">
                    <a16:creationId xmlns:a16="http://schemas.microsoft.com/office/drawing/2014/main" id="{B6CF95D8-8AA5-480F-BCC2-F67613AD8E8D}"/>
                  </a:ext>
                </a:extLst>
              </p:cNvPr>
              <p:cNvSpPr txBox="1">
                <a:spLocks noRot="1" noChangeAspect="1" noMove="1" noResize="1" noEditPoints="1" noAdjustHandles="1" noChangeArrowheads="1" noChangeShapeType="1" noTextEdit="1"/>
              </p:cNvSpPr>
              <p:nvPr/>
            </p:nvSpPr>
            <p:spPr>
              <a:xfrm>
                <a:off x="3587814" y="4237945"/>
                <a:ext cx="4927536" cy="1503553"/>
              </a:xfrm>
              <a:prstGeom prst="rect">
                <a:avLst/>
              </a:prstGeom>
              <a:blipFill>
                <a:blip r:embed="rId7"/>
                <a:stretch>
                  <a:fillRect l="-371" t="-2024" b="-5668"/>
                </a:stretch>
              </a:blipFill>
            </p:spPr>
            <p:txBody>
              <a:bodyPr/>
              <a:lstStyle/>
              <a:p>
                <a:r>
                  <a:rPr lang="zh-TW" altLang="en-US">
                    <a:noFill/>
                  </a:rPr>
                  <a:t> </a:t>
                </a:r>
              </a:p>
            </p:txBody>
          </p:sp>
        </mc:Fallback>
      </mc:AlternateContent>
      <p:pic>
        <p:nvPicPr>
          <p:cNvPr id="10" name="圖片 9">
            <a:extLst>
              <a:ext uri="{FF2B5EF4-FFF2-40B4-BE49-F238E27FC236}">
                <a16:creationId xmlns:a16="http://schemas.microsoft.com/office/drawing/2014/main" id="{69AC771A-3B67-466C-8A21-34F5413123AA}"/>
              </a:ext>
            </a:extLst>
          </p:cNvPr>
          <p:cNvPicPr>
            <a:picLocks noChangeAspect="1"/>
          </p:cNvPicPr>
          <p:nvPr/>
        </p:nvPicPr>
        <p:blipFill rotWithShape="1">
          <a:blip r:embed="rId8">
            <a:extLst>
              <a:ext uri="{28A0092B-C50C-407E-A947-70E740481C1C}">
                <a14:useLocalDpi xmlns:a14="http://schemas.microsoft.com/office/drawing/2010/main" val="0"/>
              </a:ext>
            </a:extLst>
          </a:blip>
          <a:srcRect l="6350" t="5017" r="6515"/>
          <a:stretch/>
        </p:blipFill>
        <p:spPr bwMode="auto">
          <a:xfrm>
            <a:off x="3399726" y="2676522"/>
            <a:ext cx="5115624" cy="31363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1708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C6AB3F-FF12-4D3C-9A56-12F96322C7A9}"/>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Simulation</a:t>
            </a:r>
            <a:endParaRPr lang="zh-TW" altLang="en-US" b="1" dirty="0"/>
          </a:p>
        </p:txBody>
      </p:sp>
      <p:pic>
        <p:nvPicPr>
          <p:cNvPr id="4" name="圖片 3">
            <a:extLst>
              <a:ext uri="{FF2B5EF4-FFF2-40B4-BE49-F238E27FC236}">
                <a16:creationId xmlns:a16="http://schemas.microsoft.com/office/drawing/2014/main" id="{63797D29-ABAD-4430-BBFC-85B1173B0DC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C7C598AE-DA09-4E4B-A482-19E4F0A90816}"/>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Genetic Algorithm (GA)</a:t>
            </a:r>
            <a:endParaRPr lang="zh-TW" altLang="en-US" dirty="0">
              <a:latin typeface="Times New Roman" panose="02020603050405020304" pitchFamily="18" charset="0"/>
              <a:cs typeface="Times New Roman" panose="02020603050405020304" pitchFamily="18" charset="0"/>
            </a:endParaRPr>
          </a:p>
        </p:txBody>
      </p:sp>
      <p:grpSp>
        <p:nvGrpSpPr>
          <p:cNvPr id="35" name="群組 34">
            <a:extLst>
              <a:ext uri="{FF2B5EF4-FFF2-40B4-BE49-F238E27FC236}">
                <a16:creationId xmlns:a16="http://schemas.microsoft.com/office/drawing/2014/main" id="{53F45F60-282F-4AA5-B1B1-0E40451487A8}"/>
              </a:ext>
            </a:extLst>
          </p:cNvPr>
          <p:cNvGrpSpPr/>
          <p:nvPr/>
        </p:nvGrpSpPr>
        <p:grpSpPr>
          <a:xfrm>
            <a:off x="358346" y="2602502"/>
            <a:ext cx="8430039" cy="2998280"/>
            <a:chOff x="355615" y="2419221"/>
            <a:chExt cx="8430039" cy="2998280"/>
          </a:xfrm>
        </p:grpSpPr>
        <p:pic>
          <p:nvPicPr>
            <p:cNvPr id="27" name="圖片 26">
              <a:extLst>
                <a:ext uri="{FF2B5EF4-FFF2-40B4-BE49-F238E27FC236}">
                  <a16:creationId xmlns:a16="http://schemas.microsoft.com/office/drawing/2014/main" id="{AC162602-CE6E-4FCA-BBBE-8BC7B8D3F1B1}"/>
                </a:ext>
              </a:extLst>
            </p:cNvPr>
            <p:cNvPicPr>
              <a:picLocks noChangeAspect="1"/>
            </p:cNvPicPr>
            <p:nvPr/>
          </p:nvPicPr>
          <p:blipFill rotWithShape="1">
            <a:blip r:embed="rId3">
              <a:extLst>
                <a:ext uri="{28A0092B-C50C-407E-A947-70E740481C1C}">
                  <a14:useLocalDpi xmlns:a14="http://schemas.microsoft.com/office/drawing/2010/main" val="0"/>
                </a:ext>
              </a:extLst>
            </a:blip>
            <a:srcRect l="11024" r="7006"/>
            <a:stretch/>
          </p:blipFill>
          <p:spPr>
            <a:xfrm>
              <a:off x="355615" y="2419221"/>
              <a:ext cx="8430039" cy="2998280"/>
            </a:xfrm>
            <a:prstGeom prst="rect">
              <a:avLst/>
            </a:prstGeom>
          </p:spPr>
        </p:pic>
        <p:sp>
          <p:nvSpPr>
            <p:cNvPr id="30" name="矩形 29">
              <a:extLst>
                <a:ext uri="{FF2B5EF4-FFF2-40B4-BE49-F238E27FC236}">
                  <a16:creationId xmlns:a16="http://schemas.microsoft.com/office/drawing/2014/main" id="{852505BD-8027-4241-AEBC-DBA448B2463A}"/>
                </a:ext>
              </a:extLst>
            </p:cNvPr>
            <p:cNvSpPr/>
            <p:nvPr/>
          </p:nvSpPr>
          <p:spPr>
            <a:xfrm>
              <a:off x="2197256" y="3258663"/>
              <a:ext cx="481914" cy="3459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1" name="直線接點 30">
              <a:extLst>
                <a:ext uri="{FF2B5EF4-FFF2-40B4-BE49-F238E27FC236}">
                  <a16:creationId xmlns:a16="http://schemas.microsoft.com/office/drawing/2014/main" id="{9A1C0B8C-A198-402E-AC2F-EDBFE57F3DB8}"/>
                </a:ext>
              </a:extLst>
            </p:cNvPr>
            <p:cNvCxnSpPr>
              <a:cxnSpLocks/>
            </p:cNvCxnSpPr>
            <p:nvPr/>
          </p:nvCxnSpPr>
          <p:spPr>
            <a:xfrm>
              <a:off x="2197256" y="3617009"/>
              <a:ext cx="1377217" cy="129206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962226E3-AE67-4459-8CF0-BAE5CEB951BE}"/>
                </a:ext>
              </a:extLst>
            </p:cNvPr>
            <p:cNvCxnSpPr>
              <a:cxnSpLocks/>
            </p:cNvCxnSpPr>
            <p:nvPr/>
          </p:nvCxnSpPr>
          <p:spPr>
            <a:xfrm>
              <a:off x="2679170" y="3258663"/>
              <a:ext cx="3971012" cy="88384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4" name="群組 43">
            <a:extLst>
              <a:ext uri="{FF2B5EF4-FFF2-40B4-BE49-F238E27FC236}">
                <a16:creationId xmlns:a16="http://schemas.microsoft.com/office/drawing/2014/main" id="{1C7445B0-D6B4-4B9A-AEFA-693B9E8E5B71}"/>
              </a:ext>
            </a:extLst>
          </p:cNvPr>
          <p:cNvGrpSpPr/>
          <p:nvPr/>
        </p:nvGrpSpPr>
        <p:grpSpPr>
          <a:xfrm>
            <a:off x="-3752" y="1850811"/>
            <a:ext cx="9144000" cy="4501662"/>
            <a:chOff x="2476534" y="1850811"/>
            <a:chExt cx="9144000" cy="4501662"/>
          </a:xfrm>
        </p:grpSpPr>
        <p:pic>
          <p:nvPicPr>
            <p:cNvPr id="29" name="圖片 28">
              <a:extLst>
                <a:ext uri="{FF2B5EF4-FFF2-40B4-BE49-F238E27FC236}">
                  <a16:creationId xmlns:a16="http://schemas.microsoft.com/office/drawing/2014/main" id="{1F7EBC3D-90C4-422F-AE72-360D0EB84D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6534" y="1850811"/>
              <a:ext cx="9144000" cy="4501662"/>
            </a:xfrm>
            <a:prstGeom prst="rect">
              <a:avLst/>
            </a:prstGeom>
          </p:spPr>
        </p:pic>
        <p:sp>
          <p:nvSpPr>
            <p:cNvPr id="36" name="矩形 35">
              <a:extLst>
                <a:ext uri="{FF2B5EF4-FFF2-40B4-BE49-F238E27FC236}">
                  <a16:creationId xmlns:a16="http://schemas.microsoft.com/office/drawing/2014/main" id="{8C00EF2A-22EB-4B0E-8E39-1D108F0A16A7}"/>
                </a:ext>
              </a:extLst>
            </p:cNvPr>
            <p:cNvSpPr/>
            <p:nvPr/>
          </p:nvSpPr>
          <p:spPr>
            <a:xfrm>
              <a:off x="4878780" y="2605850"/>
              <a:ext cx="481914" cy="3459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7" name="直線接點 36">
              <a:extLst>
                <a:ext uri="{FF2B5EF4-FFF2-40B4-BE49-F238E27FC236}">
                  <a16:creationId xmlns:a16="http://schemas.microsoft.com/office/drawing/2014/main" id="{30BAB94C-8D16-4E84-A7E2-A4F14F88D19A}"/>
                </a:ext>
              </a:extLst>
            </p:cNvPr>
            <p:cNvCxnSpPr>
              <a:cxnSpLocks/>
            </p:cNvCxnSpPr>
            <p:nvPr/>
          </p:nvCxnSpPr>
          <p:spPr>
            <a:xfrm>
              <a:off x="4878780" y="2951840"/>
              <a:ext cx="2050680" cy="140785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D37D04EA-B920-47EF-B2AA-A40C2AA187E2}"/>
                </a:ext>
              </a:extLst>
            </p:cNvPr>
            <p:cNvCxnSpPr>
              <a:cxnSpLocks/>
            </p:cNvCxnSpPr>
            <p:nvPr/>
          </p:nvCxnSpPr>
          <p:spPr>
            <a:xfrm>
              <a:off x="5360694" y="2605850"/>
              <a:ext cx="4236754" cy="6084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群組 13">
            <a:extLst>
              <a:ext uri="{FF2B5EF4-FFF2-40B4-BE49-F238E27FC236}">
                <a16:creationId xmlns:a16="http://schemas.microsoft.com/office/drawing/2014/main" id="{A5F21BA9-84E0-4A9F-9C5F-B1868B5010C2}"/>
              </a:ext>
            </a:extLst>
          </p:cNvPr>
          <p:cNvGrpSpPr/>
          <p:nvPr/>
        </p:nvGrpSpPr>
        <p:grpSpPr>
          <a:xfrm>
            <a:off x="5333017" y="1506275"/>
            <a:ext cx="2396483" cy="1707980"/>
            <a:chOff x="5333017" y="1506275"/>
            <a:chExt cx="2396483" cy="1707980"/>
          </a:xfrm>
        </p:grpSpPr>
        <p:cxnSp>
          <p:nvCxnSpPr>
            <p:cNvPr id="8" name="直線單箭頭接點 7">
              <a:extLst>
                <a:ext uri="{FF2B5EF4-FFF2-40B4-BE49-F238E27FC236}">
                  <a16:creationId xmlns:a16="http://schemas.microsoft.com/office/drawing/2014/main" id="{F6AAD4D7-B5BC-46DC-A90A-C1AEA037E584}"/>
                </a:ext>
              </a:extLst>
            </p:cNvPr>
            <p:cNvCxnSpPr/>
            <p:nvPr/>
          </p:nvCxnSpPr>
          <p:spPr>
            <a:xfrm flipH="1">
              <a:off x="5656217" y="1946366"/>
              <a:ext cx="300446" cy="12678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22B4A835-A443-4F22-A06B-08C9FBF17E1C}"/>
                </a:ext>
              </a:extLst>
            </p:cNvPr>
            <p:cNvCxnSpPr>
              <a:cxnSpLocks/>
            </p:cNvCxnSpPr>
            <p:nvPr/>
          </p:nvCxnSpPr>
          <p:spPr>
            <a:xfrm flipH="1">
              <a:off x="5865223" y="1895920"/>
              <a:ext cx="1113456" cy="13183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B8ACC9C3-3C56-4623-8529-9651E36A41FA}"/>
                </a:ext>
              </a:extLst>
            </p:cNvPr>
            <p:cNvSpPr txBox="1"/>
            <p:nvPr/>
          </p:nvSpPr>
          <p:spPr>
            <a:xfrm>
              <a:off x="5333017" y="1506275"/>
              <a:ext cx="1247291"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9.71 </a:t>
              </a:r>
              <a:r>
                <a:rPr lang="el-GR" altLang="zh-TW" dirty="0">
                  <a:latin typeface="Times New Roman" panose="02020603050405020304" pitchFamily="18" charset="0"/>
                  <a:cs typeface="Times New Roman" panose="02020603050405020304" pitchFamily="18" charset="0"/>
                </a:rPr>
                <a:t>μ</a:t>
              </a:r>
              <a:r>
                <a:rPr lang="en-US" altLang="zh-TW" dirty="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4279C35E-C816-443B-8617-3FFA3F981BEE}"/>
                </a:ext>
              </a:extLst>
            </p:cNvPr>
            <p:cNvSpPr txBox="1"/>
            <p:nvPr/>
          </p:nvSpPr>
          <p:spPr>
            <a:xfrm>
              <a:off x="6482209" y="1509623"/>
              <a:ext cx="1247291"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9.65 </a:t>
              </a:r>
              <a:r>
                <a:rPr lang="el-GR" altLang="zh-TW" dirty="0">
                  <a:latin typeface="Times New Roman" panose="02020603050405020304" pitchFamily="18" charset="0"/>
                  <a:cs typeface="Times New Roman" panose="02020603050405020304" pitchFamily="18" charset="0"/>
                </a:rPr>
                <a:t>μ</a:t>
              </a:r>
              <a:r>
                <a:rPr lang="en-US" altLang="zh-TW" dirty="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15196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484F3AD6-93F7-42D1-88B7-607EBAF9084F}"/>
              </a:ext>
            </a:extLst>
          </p:cNvPr>
          <p:cNvPicPr/>
          <p:nvPr/>
        </p:nvPicPr>
        <p:blipFill>
          <a:blip r:embed="rId2">
            <a:extLst>
              <a:ext uri="{28A0092B-C50C-407E-A947-70E740481C1C}">
                <a14:useLocalDpi xmlns:a14="http://schemas.microsoft.com/office/drawing/2010/main" val="0"/>
              </a:ext>
            </a:extLst>
          </a:blip>
          <a:stretch>
            <a:fillRect/>
          </a:stretch>
        </p:blipFill>
        <p:spPr>
          <a:xfrm>
            <a:off x="358345" y="1464856"/>
            <a:ext cx="5937951" cy="3514335"/>
          </a:xfrm>
          <a:prstGeom prst="rect">
            <a:avLst/>
          </a:prstGeom>
        </p:spPr>
      </p:pic>
      <p:sp>
        <p:nvSpPr>
          <p:cNvPr id="2" name="標題 1">
            <a:extLst>
              <a:ext uri="{FF2B5EF4-FFF2-40B4-BE49-F238E27FC236}">
                <a16:creationId xmlns:a16="http://schemas.microsoft.com/office/drawing/2014/main" id="{A1C6AB3F-FF12-4D3C-9A56-12F96322C7A9}"/>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Fabrication</a:t>
            </a:r>
            <a:endParaRPr lang="zh-TW" altLang="en-US" b="1" dirty="0"/>
          </a:p>
        </p:txBody>
      </p:sp>
      <p:pic>
        <p:nvPicPr>
          <p:cNvPr id="4" name="圖片 3">
            <a:extLst>
              <a:ext uri="{FF2B5EF4-FFF2-40B4-BE49-F238E27FC236}">
                <a16:creationId xmlns:a16="http://schemas.microsoft.com/office/drawing/2014/main" id="{63797D29-ABAD-4430-BBFC-85B1173B0DC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6" name="內容版面配置區 2">
            <a:extLst>
              <a:ext uri="{FF2B5EF4-FFF2-40B4-BE49-F238E27FC236}">
                <a16:creationId xmlns:a16="http://schemas.microsoft.com/office/drawing/2014/main" id="{773FAC76-1566-47E1-B456-2928E4A36A8B}"/>
              </a:ext>
            </a:extLst>
          </p:cNvPr>
          <p:cNvSpPr txBox="1">
            <a:spLocks/>
          </p:cNvSpPr>
          <p:nvPr/>
        </p:nvSpPr>
        <p:spPr>
          <a:xfrm>
            <a:off x="358346" y="12469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Waveguide Process</a:t>
            </a:r>
            <a:endParaRPr lang="zh-TW" altLang="en-US" dirty="0">
              <a:latin typeface="Times New Roman" panose="02020603050405020304" pitchFamily="18" charset="0"/>
              <a:cs typeface="Times New Roman" panose="02020603050405020304" pitchFamily="18" charset="0"/>
            </a:endParaRPr>
          </a:p>
        </p:txBody>
      </p:sp>
      <p:pic>
        <p:nvPicPr>
          <p:cNvPr id="16" name="圖片 15">
            <a:extLst>
              <a:ext uri="{FF2B5EF4-FFF2-40B4-BE49-F238E27FC236}">
                <a16:creationId xmlns:a16="http://schemas.microsoft.com/office/drawing/2014/main" id="{E3D70C44-3178-4871-B205-97D620A6E644}"/>
              </a:ext>
            </a:extLst>
          </p:cNvPr>
          <p:cNvPicPr/>
          <p:nvPr/>
        </p:nvPicPr>
        <p:blipFill rotWithShape="1">
          <a:blip r:embed="rId4">
            <a:extLst>
              <a:ext uri="{28A0092B-C50C-407E-A947-70E740481C1C}">
                <a14:useLocalDpi xmlns:a14="http://schemas.microsoft.com/office/drawing/2010/main" val="0"/>
              </a:ext>
            </a:extLst>
          </a:blip>
          <a:srcRect b="47000"/>
          <a:stretch/>
        </p:blipFill>
        <p:spPr bwMode="auto">
          <a:xfrm>
            <a:off x="358346" y="4788786"/>
            <a:ext cx="5937950" cy="1839023"/>
          </a:xfrm>
          <a:prstGeom prst="rect">
            <a:avLst/>
          </a:prstGeom>
          <a:ln>
            <a:noFill/>
          </a:ln>
          <a:extLst>
            <a:ext uri="{53640926-AAD7-44D8-BBD7-CCE9431645EC}">
              <a14:shadowObscured xmlns:a14="http://schemas.microsoft.com/office/drawing/2010/main"/>
            </a:ext>
          </a:extLst>
        </p:spPr>
      </p:pic>
      <p:pic>
        <p:nvPicPr>
          <p:cNvPr id="17" name="圖片 16" descr="C:\Users\JUSTIN~1\AppData\Local\Temp\Rar$DRa8204.19701\備用_Ti_M.jpg">
            <a:extLst>
              <a:ext uri="{FF2B5EF4-FFF2-40B4-BE49-F238E27FC236}">
                <a16:creationId xmlns:a16="http://schemas.microsoft.com/office/drawing/2014/main" id="{4BC094E6-B64A-4F06-A713-C33D4E98A035}"/>
              </a:ext>
            </a:extLst>
          </p:cNvPr>
          <p:cNvPicPr/>
          <p:nvPr/>
        </p:nvPicPr>
        <p:blipFill rotWithShape="1">
          <a:blip r:embed="rId5">
            <a:extLst>
              <a:ext uri="{28A0092B-C50C-407E-A947-70E740481C1C}">
                <a14:useLocalDpi xmlns:a14="http://schemas.microsoft.com/office/drawing/2010/main" val="0"/>
              </a:ext>
            </a:extLst>
          </a:blip>
          <a:srcRect l="34629" t="29177" r="13074" b="31058"/>
          <a:stretch/>
        </p:blipFill>
        <p:spPr bwMode="auto">
          <a:xfrm>
            <a:off x="6557554" y="2050842"/>
            <a:ext cx="2403000" cy="1523401"/>
          </a:xfrm>
          <a:prstGeom prst="rect">
            <a:avLst/>
          </a:prstGeom>
          <a:noFill/>
          <a:ln>
            <a:noFill/>
          </a:ln>
          <a:extLst>
            <a:ext uri="{53640926-AAD7-44D8-BBD7-CCE9431645EC}">
              <a14:shadowObscured xmlns:a14="http://schemas.microsoft.com/office/drawing/2010/main"/>
            </a:ext>
          </a:extLst>
        </p:spPr>
      </p:pic>
      <p:pic>
        <p:nvPicPr>
          <p:cNvPr id="18" name="圖片 17" descr="C:\Users\JUSTIN~1\AppData\Local\Temp\Rar$DRa2788.9237\Electrode_Al_Litho_4.jpg">
            <a:extLst>
              <a:ext uri="{FF2B5EF4-FFF2-40B4-BE49-F238E27FC236}">
                <a16:creationId xmlns:a16="http://schemas.microsoft.com/office/drawing/2014/main" id="{872A170D-CA52-474D-9BCF-A1F50F403E60}"/>
              </a:ext>
            </a:extLst>
          </p:cNvPr>
          <p:cNvPicPr/>
          <p:nvPr/>
        </p:nvPicPr>
        <p:blipFill rotWithShape="1">
          <a:blip r:embed="rId6">
            <a:extLst>
              <a:ext uri="{BEBA8EAE-BF5A-486C-A8C5-ECC9F3942E4B}">
                <a14:imgProps xmlns:a14="http://schemas.microsoft.com/office/drawing/2010/main">
                  <a14:imgLayer r:embed="rId7">
                    <a14:imgEffect>
                      <a14:brightnessContrast bright="30000" contrast="30000"/>
                    </a14:imgEffect>
                  </a14:imgLayer>
                </a14:imgProps>
              </a:ext>
              <a:ext uri="{28A0092B-C50C-407E-A947-70E740481C1C}">
                <a14:useLocalDpi xmlns:a14="http://schemas.microsoft.com/office/drawing/2010/main" val="0"/>
              </a:ext>
            </a:extLst>
          </a:blip>
          <a:srcRect l="41873" t="31999" b="28236"/>
          <a:stretch/>
        </p:blipFill>
        <p:spPr bwMode="auto">
          <a:xfrm>
            <a:off x="6557553" y="3909277"/>
            <a:ext cx="2403000" cy="1523401"/>
          </a:xfrm>
          <a:prstGeom prst="rect">
            <a:avLst/>
          </a:prstGeom>
          <a:noFill/>
          <a:ln>
            <a:noFill/>
          </a:ln>
          <a:extLst>
            <a:ext uri="{53640926-AAD7-44D8-BBD7-CCE9431645EC}">
              <a14:shadowObscured xmlns:a14="http://schemas.microsoft.com/office/drawing/2010/main"/>
            </a:ext>
          </a:extLst>
        </p:spPr>
      </p:pic>
      <p:cxnSp>
        <p:nvCxnSpPr>
          <p:cNvPr id="5" name="接點: 肘形 4">
            <a:extLst>
              <a:ext uri="{FF2B5EF4-FFF2-40B4-BE49-F238E27FC236}">
                <a16:creationId xmlns:a16="http://schemas.microsoft.com/office/drawing/2014/main" id="{D1911271-3F9D-46B6-8C04-8495D1DB3E97}"/>
              </a:ext>
            </a:extLst>
          </p:cNvPr>
          <p:cNvCxnSpPr>
            <a:cxnSpLocks/>
          </p:cNvCxnSpPr>
          <p:nvPr/>
        </p:nvCxnSpPr>
        <p:spPr>
          <a:xfrm flipV="1">
            <a:off x="2233749" y="2812544"/>
            <a:ext cx="4323804" cy="2620134"/>
          </a:xfrm>
          <a:prstGeom prst="bentConnector3">
            <a:avLst>
              <a:gd name="adj1" fmla="val 8897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接點: 肘形 26">
            <a:extLst>
              <a:ext uri="{FF2B5EF4-FFF2-40B4-BE49-F238E27FC236}">
                <a16:creationId xmlns:a16="http://schemas.microsoft.com/office/drawing/2014/main" id="{E7919FF0-44C3-4D7F-BB6B-81C2BFEF2E30}"/>
              </a:ext>
            </a:extLst>
          </p:cNvPr>
          <p:cNvCxnSpPr>
            <a:cxnSpLocks/>
            <a:endCxn id="18" idx="2"/>
          </p:cNvCxnSpPr>
          <p:nvPr/>
        </p:nvCxnSpPr>
        <p:spPr>
          <a:xfrm flipV="1">
            <a:off x="5799909" y="5432678"/>
            <a:ext cx="1959144" cy="543746"/>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3CD13EB8-9ED1-4E28-91FC-ECF4D376B673}"/>
              </a:ext>
            </a:extLst>
          </p:cNvPr>
          <p:cNvSpPr txBox="1"/>
          <p:nvPr/>
        </p:nvSpPr>
        <p:spPr>
          <a:xfrm>
            <a:off x="6557553" y="1587005"/>
            <a:ext cx="2298497"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平均距離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7.10 </a:t>
            </a:r>
            <a:r>
              <a:rPr lang="el-GR" altLang="zh-TW" dirty="0">
                <a:latin typeface="Times New Roman" panose="02020603050405020304" pitchFamily="18" charset="0"/>
                <a:ea typeface="標楷體" panose="03000509000000000000" pitchFamily="65" charset="-120"/>
                <a:cs typeface="Times New Roman" panose="02020603050405020304" pitchFamily="18" charset="0"/>
              </a:rPr>
              <a:t>μ</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m</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606198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97815E9C-74E0-4F2C-B103-E18890F3F85B}"/>
              </a:ext>
            </a:extLst>
          </p:cNvPr>
          <p:cNvPicPr/>
          <p:nvPr/>
        </p:nvPicPr>
        <p:blipFill>
          <a:blip r:embed="rId2">
            <a:extLst>
              <a:ext uri="{28A0092B-C50C-407E-A947-70E740481C1C}">
                <a14:useLocalDpi xmlns:a14="http://schemas.microsoft.com/office/drawing/2010/main" val="0"/>
              </a:ext>
            </a:extLst>
          </a:blip>
          <a:stretch>
            <a:fillRect/>
          </a:stretch>
        </p:blipFill>
        <p:spPr>
          <a:xfrm>
            <a:off x="3115310" y="897480"/>
            <a:ext cx="5400040" cy="3037205"/>
          </a:xfrm>
          <a:prstGeom prst="rect">
            <a:avLst/>
          </a:prstGeom>
        </p:spPr>
      </p:pic>
      <p:sp>
        <p:nvSpPr>
          <p:cNvPr id="2" name="標題 1">
            <a:extLst>
              <a:ext uri="{FF2B5EF4-FFF2-40B4-BE49-F238E27FC236}">
                <a16:creationId xmlns:a16="http://schemas.microsoft.com/office/drawing/2014/main" id="{A1C6AB3F-FF12-4D3C-9A56-12F96322C7A9}"/>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Fabrication</a:t>
            </a:r>
            <a:endParaRPr lang="zh-TW" altLang="en-US" b="1" dirty="0"/>
          </a:p>
        </p:txBody>
      </p:sp>
      <p:pic>
        <p:nvPicPr>
          <p:cNvPr id="4" name="圖片 3">
            <a:extLst>
              <a:ext uri="{FF2B5EF4-FFF2-40B4-BE49-F238E27FC236}">
                <a16:creationId xmlns:a16="http://schemas.microsoft.com/office/drawing/2014/main" id="{63797D29-ABAD-4430-BBFC-85B1173B0DC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6" name="內容版面配置區 2">
            <a:extLst>
              <a:ext uri="{FF2B5EF4-FFF2-40B4-BE49-F238E27FC236}">
                <a16:creationId xmlns:a16="http://schemas.microsoft.com/office/drawing/2014/main" id="{773FAC76-1566-47E1-B456-2928E4A36A8B}"/>
              </a:ext>
            </a:extLst>
          </p:cNvPr>
          <p:cNvSpPr txBox="1">
            <a:spLocks/>
          </p:cNvSpPr>
          <p:nvPr/>
        </p:nvSpPr>
        <p:spPr>
          <a:xfrm>
            <a:off x="358346" y="12469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Poling Process</a:t>
            </a:r>
            <a:endParaRPr lang="zh-TW" altLang="en-US" dirty="0">
              <a:latin typeface="Times New Roman" panose="02020603050405020304" pitchFamily="18" charset="0"/>
              <a:cs typeface="Times New Roman" panose="02020603050405020304" pitchFamily="18" charset="0"/>
            </a:endParaRPr>
          </a:p>
        </p:txBody>
      </p:sp>
      <p:pic>
        <p:nvPicPr>
          <p:cNvPr id="8" name="圖片 7" descr="C:\Users\JUSTIN~1\AppData\Local\Temp\Rar$DRa2816.33456\Poling_etching_SPDC_5.jpg">
            <a:extLst>
              <a:ext uri="{FF2B5EF4-FFF2-40B4-BE49-F238E27FC236}">
                <a16:creationId xmlns:a16="http://schemas.microsoft.com/office/drawing/2014/main" id="{98B8B994-9543-4525-AC8A-29180F079453}"/>
              </a:ext>
            </a:extLst>
          </p:cNvPr>
          <p:cNvPicPr/>
          <p:nvPr/>
        </p:nvPicPr>
        <p:blipFill rotWithShape="1">
          <a:blip r:embed="rId4">
            <a:extLst>
              <a:ext uri="{BEBA8EAE-BF5A-486C-A8C5-ECC9F3942E4B}">
                <a14:imgProps xmlns:a14="http://schemas.microsoft.com/office/drawing/2010/main">
                  <a14:imgLayer r:embed="rId5">
                    <a14:imgEffect>
                      <a14:brightnessContrast bright="20000" contrast="30000"/>
                    </a14:imgEffect>
                  </a14:imgLayer>
                </a14:imgProps>
              </a:ext>
              <a:ext uri="{28A0092B-C50C-407E-A947-70E740481C1C}">
                <a14:useLocalDpi xmlns:a14="http://schemas.microsoft.com/office/drawing/2010/main" val="0"/>
              </a:ext>
            </a:extLst>
          </a:blip>
          <a:srcRect t="14824" b="47529"/>
          <a:stretch/>
        </p:blipFill>
        <p:spPr bwMode="auto">
          <a:xfrm rot="5400000">
            <a:off x="-697560" y="3594899"/>
            <a:ext cx="4961255" cy="1402080"/>
          </a:xfrm>
          <a:prstGeom prst="rect">
            <a:avLst/>
          </a:prstGeom>
          <a:noFill/>
          <a:ln>
            <a:noFill/>
          </a:ln>
          <a:extLst>
            <a:ext uri="{53640926-AAD7-44D8-BBD7-CCE9431645EC}">
              <a14:shadowObscured xmlns:a14="http://schemas.microsoft.com/office/drawing/2010/main"/>
            </a:ext>
          </a:extLst>
        </p:spPr>
      </p:pic>
      <p:pic>
        <p:nvPicPr>
          <p:cNvPr id="9" name="圖片 8">
            <a:extLst>
              <a:ext uri="{FF2B5EF4-FFF2-40B4-BE49-F238E27FC236}">
                <a16:creationId xmlns:a16="http://schemas.microsoft.com/office/drawing/2014/main" id="{D3CE5584-EBD2-453A-9434-F054AEA8EA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15310" y="3779892"/>
            <a:ext cx="5472192" cy="3078108"/>
          </a:xfrm>
          <a:prstGeom prst="rect">
            <a:avLst/>
          </a:prstGeom>
        </p:spPr>
      </p:pic>
    </p:spTree>
    <p:extLst>
      <p:ext uri="{BB962C8B-B14F-4D97-AF65-F5344CB8AC3E}">
        <p14:creationId xmlns:p14="http://schemas.microsoft.com/office/powerpoint/2010/main" val="3218794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Setup for Spatial Mode Experiment</a:t>
            </a:r>
            <a:endParaRPr lang="zh-TW" altLang="en-US" dirty="0">
              <a:latin typeface="Times New Roman" panose="02020603050405020304" pitchFamily="18" charset="0"/>
              <a:cs typeface="Times New Roman" panose="02020603050405020304" pitchFamily="18" charset="0"/>
            </a:endParaRPr>
          </a:p>
        </p:txBody>
      </p:sp>
      <p:pic>
        <p:nvPicPr>
          <p:cNvPr id="732" name="圖片 731">
            <a:extLst>
              <a:ext uri="{FF2B5EF4-FFF2-40B4-BE49-F238E27FC236}">
                <a16:creationId xmlns:a16="http://schemas.microsoft.com/office/drawing/2014/main" id="{8B1E640A-7604-4C66-97DE-B6EA53B75B1A}"/>
              </a:ext>
            </a:extLst>
          </p:cNvPr>
          <p:cNvPicPr>
            <a:picLocks noChangeAspect="1"/>
          </p:cNvPicPr>
          <p:nvPr/>
        </p:nvPicPr>
        <p:blipFill rotWithShape="1">
          <a:blip r:embed="rId3">
            <a:extLst>
              <a:ext uri="{28A0092B-C50C-407E-A947-70E740481C1C}">
                <a14:useLocalDpi xmlns:a14="http://schemas.microsoft.com/office/drawing/2010/main" val="0"/>
              </a:ext>
            </a:extLst>
          </a:blip>
          <a:srcRect l="4410" t="12231" r="4222" b="4035"/>
          <a:stretch/>
        </p:blipFill>
        <p:spPr bwMode="auto">
          <a:xfrm>
            <a:off x="358345" y="1850811"/>
            <a:ext cx="8427309" cy="434380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44280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id="{5FAD8CCC-9607-45FD-8524-9765A8DCF623}"/>
              </a:ext>
            </a:extLst>
          </p:cNvPr>
          <p:cNvPicPr/>
          <p:nvPr/>
        </p:nvPicPr>
        <p:blipFill rotWithShape="1">
          <a:blip r:embed="rId2">
            <a:extLst>
              <a:ext uri="{28A0092B-C50C-407E-A947-70E740481C1C}">
                <a14:useLocalDpi xmlns:a14="http://schemas.microsoft.com/office/drawing/2010/main" val="0"/>
              </a:ext>
            </a:extLst>
          </a:blip>
          <a:srcRect l="12347" t="4704" r="31385"/>
          <a:stretch/>
        </p:blipFill>
        <p:spPr bwMode="auto">
          <a:xfrm>
            <a:off x="3306742" y="1188720"/>
            <a:ext cx="5273922" cy="4386879"/>
          </a:xfrm>
          <a:prstGeom prst="rect">
            <a:avLst/>
          </a:prstGeom>
          <a:ln>
            <a:noFill/>
          </a:ln>
          <a:extLst>
            <a:ext uri="{53640926-AAD7-44D8-BBD7-CCE9431645EC}">
              <a14:shadowObscured xmlns:a14="http://schemas.microsoft.com/office/drawing/2010/main"/>
            </a:ext>
          </a:extLst>
        </p:spPr>
      </p:pic>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Spatial mode</a:t>
            </a:r>
            <a:endParaRPr lang="zh-TW" altLang="en-US" dirty="0">
              <a:latin typeface="Times New Roman" panose="02020603050405020304" pitchFamily="18" charset="0"/>
              <a:cs typeface="Times New Roman" panose="02020603050405020304" pitchFamily="18" charset="0"/>
            </a:endParaRPr>
          </a:p>
        </p:txBody>
      </p:sp>
      <p:pic>
        <p:nvPicPr>
          <p:cNvPr id="15" name="圖片 14">
            <a:extLst>
              <a:ext uri="{FF2B5EF4-FFF2-40B4-BE49-F238E27FC236}">
                <a16:creationId xmlns:a16="http://schemas.microsoft.com/office/drawing/2014/main" id="{CC7DB78C-3B18-43E0-9EDA-34435FD84B3A}"/>
              </a:ext>
            </a:extLst>
          </p:cNvPr>
          <p:cNvPicPr/>
          <p:nvPr/>
        </p:nvPicPr>
        <p:blipFill rotWithShape="1">
          <a:blip r:embed="rId4">
            <a:extLst>
              <a:ext uri="{28A0092B-C50C-407E-A947-70E740481C1C}">
                <a14:useLocalDpi xmlns:a14="http://schemas.microsoft.com/office/drawing/2010/main" val="0"/>
              </a:ext>
            </a:extLst>
          </a:blip>
          <a:srcRect l="28398" t="5958" r="28739" b="6857"/>
          <a:stretch/>
        </p:blipFill>
        <p:spPr bwMode="auto">
          <a:xfrm>
            <a:off x="201592" y="1850811"/>
            <a:ext cx="3105150" cy="3552190"/>
          </a:xfrm>
          <a:prstGeom prst="rect">
            <a:avLst/>
          </a:prstGeom>
          <a:ln>
            <a:noFill/>
          </a:ln>
          <a:extLst>
            <a:ext uri="{53640926-AAD7-44D8-BBD7-CCE9431645EC}">
              <a14:shadowObscured xmlns:a14="http://schemas.microsoft.com/office/drawing/2010/main"/>
            </a:ext>
          </a:extLst>
        </p:spPr>
      </p:pic>
      <p:graphicFrame>
        <p:nvGraphicFramePr>
          <p:cNvPr id="3" name="表格 2">
            <a:extLst>
              <a:ext uri="{FF2B5EF4-FFF2-40B4-BE49-F238E27FC236}">
                <a16:creationId xmlns:a16="http://schemas.microsoft.com/office/drawing/2014/main" id="{C23D1EF3-6668-471E-8D65-EB4475FE1DCD}"/>
              </a:ext>
            </a:extLst>
          </p:cNvPr>
          <p:cNvGraphicFramePr>
            <a:graphicFrameLocks noGrp="1"/>
          </p:cNvGraphicFramePr>
          <p:nvPr>
            <p:extLst>
              <p:ext uri="{D42A27DB-BD31-4B8C-83A1-F6EECF244321}">
                <p14:modId xmlns:p14="http://schemas.microsoft.com/office/powerpoint/2010/main" val="527113556"/>
              </p:ext>
            </p:extLst>
          </p:nvPr>
        </p:nvGraphicFramePr>
        <p:xfrm>
          <a:off x="1388848" y="5600571"/>
          <a:ext cx="6096000" cy="111252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8486656"/>
                    </a:ext>
                  </a:extLst>
                </a:gridCol>
                <a:gridCol w="1524000">
                  <a:extLst>
                    <a:ext uri="{9D8B030D-6E8A-4147-A177-3AD203B41FA5}">
                      <a16:colId xmlns:a16="http://schemas.microsoft.com/office/drawing/2014/main" val="1578128532"/>
                    </a:ext>
                  </a:extLst>
                </a:gridCol>
                <a:gridCol w="1524000">
                  <a:extLst>
                    <a:ext uri="{9D8B030D-6E8A-4147-A177-3AD203B41FA5}">
                      <a16:colId xmlns:a16="http://schemas.microsoft.com/office/drawing/2014/main" val="3721736378"/>
                    </a:ext>
                  </a:extLst>
                </a:gridCol>
                <a:gridCol w="1524000">
                  <a:extLst>
                    <a:ext uri="{9D8B030D-6E8A-4147-A177-3AD203B41FA5}">
                      <a16:colId xmlns:a16="http://schemas.microsoft.com/office/drawing/2014/main" val="196254634"/>
                    </a:ext>
                  </a:extLst>
                </a:gridCol>
              </a:tblGrid>
              <a:tr h="370840">
                <a:tc>
                  <a:txBody>
                    <a:bodyPr/>
                    <a:lstStyle/>
                    <a:p>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Δ</a:t>
                      </a:r>
                      <a:r>
                        <a:rPr lang="en-US" altLang="zh-TW" dirty="0">
                          <a:latin typeface="Times New Roman" panose="02020603050405020304" pitchFamily="18" charset="0"/>
                          <a:ea typeface="SimSun" panose="02010600030101010101" pitchFamily="2" charset="-122"/>
                          <a:cs typeface="Times New Roman" panose="02020603050405020304" pitchFamily="18" charset="0"/>
                        </a:rPr>
                        <a:t>n(1550, TM)</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TW" dirty="0">
                          <a:latin typeface="Times New Roman" panose="02020603050405020304" pitchFamily="18" charset="0"/>
                          <a:ea typeface="SimSun" panose="02010600030101010101" pitchFamily="2" charset="-122"/>
                          <a:cs typeface="Times New Roman" panose="02020603050405020304" pitchFamily="18" charset="0"/>
                        </a:rPr>
                        <a:t>Δ</a:t>
                      </a:r>
                      <a:r>
                        <a:rPr lang="en-US" altLang="zh-TW" dirty="0">
                          <a:latin typeface="Times New Roman" panose="02020603050405020304" pitchFamily="18" charset="0"/>
                          <a:ea typeface="SimSun" panose="02010600030101010101" pitchFamily="2" charset="-122"/>
                          <a:cs typeface="Times New Roman" panose="02020603050405020304" pitchFamily="18" charset="0"/>
                        </a:rPr>
                        <a:t>n(1550, TE)</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latin typeface="Times New Roman" panose="02020603050405020304" pitchFamily="18" charset="0"/>
                          <a:cs typeface="Times New Roman" panose="02020603050405020304" pitchFamily="18" charset="0"/>
                        </a:rPr>
                        <a:t>Depth(</a:t>
                      </a:r>
                      <a:r>
                        <a:rPr lang="el-GR" altLang="zh-TW" dirty="0">
                          <a:latin typeface="Times New Roman" panose="02020603050405020304" pitchFamily="18" charset="0"/>
                          <a:cs typeface="Times New Roman" panose="02020603050405020304" pitchFamily="18" charset="0"/>
                        </a:rPr>
                        <a:t>μ</a:t>
                      </a:r>
                      <a:r>
                        <a:rPr lang="en-US" altLang="zh-TW" dirty="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7624234"/>
                  </a:ext>
                </a:extLst>
              </a:tr>
              <a:tr h="370840">
                <a:tc>
                  <a:txBody>
                    <a:bodyPr/>
                    <a:lstStyle/>
                    <a:p>
                      <a:r>
                        <a:rPr lang="en-US" altLang="zh-TW" dirty="0">
                          <a:latin typeface="Times New Roman" panose="02020603050405020304" pitchFamily="18" charset="0"/>
                          <a:cs typeface="Times New Roman" panose="02020603050405020304" pitchFamily="18" charset="0"/>
                        </a:rPr>
                        <a:t>Measurement</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latin typeface="Times New Roman" panose="02020603050405020304" pitchFamily="18" charset="0"/>
                          <a:cs typeface="Times New Roman" panose="02020603050405020304" pitchFamily="18" charset="0"/>
                        </a:rPr>
                        <a:t>0.00527</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latin typeface="Times New Roman" panose="02020603050405020304" pitchFamily="18" charset="0"/>
                          <a:cs typeface="Times New Roman" panose="02020603050405020304" pitchFamily="18" charset="0"/>
                        </a:rPr>
                        <a:t>0.00133</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latin typeface="Times New Roman" panose="02020603050405020304" pitchFamily="18" charset="0"/>
                          <a:cs typeface="Times New Roman" panose="02020603050405020304" pitchFamily="18" charset="0"/>
                        </a:rPr>
                        <a:t>8.332</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12060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Simulation</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latin typeface="Times New Roman" panose="02020603050405020304" pitchFamily="18" charset="0"/>
                          <a:cs typeface="Times New Roman" panose="02020603050405020304" pitchFamily="18" charset="0"/>
                        </a:rPr>
                        <a:t>0.01136</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latin typeface="Times New Roman" panose="02020603050405020304" pitchFamily="18" charset="0"/>
                          <a:cs typeface="Times New Roman" panose="02020603050405020304" pitchFamily="18" charset="0"/>
                        </a:rPr>
                        <a:t>0.00504</a:t>
                      </a:r>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157658"/>
                  </a:ext>
                </a:extLst>
              </a:tr>
            </a:tbl>
          </a:graphicData>
        </a:graphic>
      </p:graphicFrame>
    </p:spTree>
    <p:extLst>
      <p:ext uri="{BB962C8B-B14F-4D97-AF65-F5344CB8AC3E}">
        <p14:creationId xmlns:p14="http://schemas.microsoft.com/office/powerpoint/2010/main" val="239571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Setup for SHG Experiment</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0DB61367-7843-405E-A6C2-B687A7C6371B}"/>
              </a:ext>
            </a:extLst>
          </p:cNvPr>
          <p:cNvPicPr>
            <a:picLocks noChangeAspect="1"/>
          </p:cNvPicPr>
          <p:nvPr/>
        </p:nvPicPr>
        <p:blipFill rotWithShape="1">
          <a:blip r:embed="rId3">
            <a:extLst>
              <a:ext uri="{28A0092B-C50C-407E-A947-70E740481C1C}">
                <a14:useLocalDpi xmlns:a14="http://schemas.microsoft.com/office/drawing/2010/main" val="0"/>
              </a:ext>
            </a:extLst>
          </a:blip>
          <a:srcRect l="4763" t="2823" r="2105" b="10620"/>
          <a:stretch/>
        </p:blipFill>
        <p:spPr bwMode="auto">
          <a:xfrm>
            <a:off x="358347" y="1850811"/>
            <a:ext cx="8427308" cy="44056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8704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755BF3A4-9397-46C0-8DFD-2C91E4154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50811"/>
            <a:ext cx="9144000" cy="4501662"/>
          </a:xfrm>
          <a:prstGeom prst="rect">
            <a:avLst/>
          </a:prstGeom>
        </p:spPr>
      </p:pic>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Varying Temperature</a:t>
            </a:r>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0E5B7A9A-0FDB-4E3E-B9B4-92768863D1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50811"/>
            <a:ext cx="9144000" cy="4501662"/>
          </a:xfrm>
          <a:prstGeom prst="rect">
            <a:avLst/>
          </a:prstGeom>
        </p:spPr>
      </p:pic>
      <p:sp>
        <p:nvSpPr>
          <p:cNvPr id="21" name="文字方塊 20">
            <a:extLst>
              <a:ext uri="{FF2B5EF4-FFF2-40B4-BE49-F238E27FC236}">
                <a16:creationId xmlns:a16="http://schemas.microsoft.com/office/drawing/2014/main" id="{C8503A30-323B-4081-A62D-4B47AE86D0FC}"/>
              </a:ext>
            </a:extLst>
          </p:cNvPr>
          <p:cNvSpPr txBox="1"/>
          <p:nvPr/>
        </p:nvSpPr>
        <p:spPr>
          <a:xfrm>
            <a:off x="4908203" y="1118114"/>
            <a:ext cx="2873739" cy="923330"/>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Wavelength shifting</a:t>
            </a:r>
          </a:p>
          <a:p>
            <a:pPr algn="r"/>
            <a:r>
              <a:rPr lang="en-US" altLang="zh-TW" dirty="0">
                <a:latin typeface="Times New Roman" panose="02020603050405020304" pitchFamily="18" charset="0"/>
                <a:cs typeface="Times New Roman" panose="02020603050405020304" pitchFamily="18" charset="0"/>
              </a:rPr>
              <a:t>measurement : -0.23 nm/</a:t>
            </a:r>
            <a:r>
              <a:rPr lang="en-US" altLang="zh-TW" dirty="0">
                <a:latin typeface="Times New Roman" panose="02020603050405020304" pitchFamily="18" charset="0"/>
                <a:ea typeface="SimSun" panose="02010600030101010101" pitchFamily="2" charset="-122"/>
                <a:cs typeface="Times New Roman" panose="02020603050405020304" pitchFamily="18" charset="0"/>
              </a:rPr>
              <a:t>℃</a:t>
            </a:r>
          </a:p>
          <a:p>
            <a:pPr algn="r"/>
            <a:r>
              <a:rPr lang="en-US" altLang="zh-TW" dirty="0">
                <a:latin typeface="Times New Roman" panose="02020603050405020304" pitchFamily="18" charset="0"/>
                <a:ea typeface="SimSun" panose="02010600030101010101" pitchFamily="2" charset="-122"/>
                <a:cs typeface="Times New Roman" panose="02020603050405020304" pitchFamily="18" charset="0"/>
              </a:rPr>
              <a:t>simulation : -0.25 nm/</a:t>
            </a:r>
            <a:r>
              <a:rPr lang="en-US" altLang="zh-TW" dirty="0">
                <a:latin typeface="SimSun" panose="02010600030101010101" pitchFamily="2" charset="-122"/>
                <a:ea typeface="SimSun" panose="02010600030101010101" pitchFamily="2" charset="-122"/>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12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6D980A0-3E09-4A26-989C-7A40328B60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152547"/>
            <a:ext cx="7524207" cy="3704225"/>
          </a:xfrm>
          <a:prstGeom prst="rect">
            <a:avLst/>
          </a:prstGeom>
        </p:spPr>
      </p:pic>
      <p:pic>
        <p:nvPicPr>
          <p:cNvPr id="7" name="圖片 6">
            <a:extLst>
              <a:ext uri="{FF2B5EF4-FFF2-40B4-BE49-F238E27FC236}">
                <a16:creationId xmlns:a16="http://schemas.microsoft.com/office/drawing/2014/main" id="{9DBCA78E-A8A6-462A-A755-4A83810A3A0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 y="2152547"/>
            <a:ext cx="7524204" cy="3704224"/>
          </a:xfrm>
          <a:prstGeom prst="rect">
            <a:avLst/>
          </a:prstGeom>
        </p:spPr>
      </p:pic>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Dual Peaks Measurement</a:t>
            </a:r>
            <a:endParaRPr lang="zh-TW" altLang="en-US"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2BFE898A-D46B-40C8-9144-17D24D6DB529}"/>
              </a:ext>
            </a:extLst>
          </p:cNvPr>
          <p:cNvSpPr txBox="1"/>
          <p:nvPr/>
        </p:nvSpPr>
        <p:spPr>
          <a:xfrm>
            <a:off x="3302657" y="1836182"/>
            <a:ext cx="763309" cy="368616"/>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220</a:t>
            </a:r>
            <a:r>
              <a:rPr lang="en-US" altLang="zh-TW" dirty="0">
                <a:latin typeface="SimSun" panose="02010600030101010101" pitchFamily="2" charset="-122"/>
                <a:ea typeface="SimSun" panose="02010600030101010101" pitchFamily="2" charset="-122"/>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8E891B7A-110B-4EB8-B74A-0059EA385847}"/>
              </a:ext>
            </a:extLst>
          </p:cNvPr>
          <p:cNvSpPr txBox="1"/>
          <p:nvPr/>
        </p:nvSpPr>
        <p:spPr>
          <a:xfrm>
            <a:off x="6855250" y="4255655"/>
            <a:ext cx="1906392" cy="923330"/>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Peak wavelength </a:t>
            </a:r>
            <a:r>
              <a:rPr lang="en-US" altLang="zh-TW" dirty="0">
                <a:latin typeface="Times New Roman" panose="02020603050405020304" pitchFamily="18" charset="0"/>
                <a:cs typeface="Times New Roman" panose="02020603050405020304" pitchFamily="18" charset="0"/>
              </a:rPr>
              <a:t>: 1575.49 nm &amp; 1580.94 nm</a:t>
            </a:r>
            <a:endParaRPr lang="zh-TW" altLang="en-US"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B0D0451C-2922-48A8-8830-08941B55810C}"/>
              </a:ext>
            </a:extLst>
          </p:cNvPr>
          <p:cNvSpPr txBox="1"/>
          <p:nvPr/>
        </p:nvSpPr>
        <p:spPr>
          <a:xfrm>
            <a:off x="6855250" y="3053233"/>
            <a:ext cx="2288750" cy="923330"/>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Peak differences</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measurement : 5.6 nm</a:t>
            </a:r>
          </a:p>
          <a:p>
            <a:r>
              <a:rPr lang="en-US" altLang="zh-TW" dirty="0">
                <a:latin typeface="Times New Roman" panose="02020603050405020304" pitchFamily="18" charset="0"/>
                <a:cs typeface="Times New Roman" panose="02020603050405020304" pitchFamily="18" charset="0"/>
              </a:rPr>
              <a:t>simulation : 4.4 nm</a:t>
            </a:r>
          </a:p>
        </p:txBody>
      </p:sp>
      <p:sp>
        <p:nvSpPr>
          <p:cNvPr id="13" name="文字方塊 12">
            <a:extLst>
              <a:ext uri="{FF2B5EF4-FFF2-40B4-BE49-F238E27FC236}">
                <a16:creationId xmlns:a16="http://schemas.microsoft.com/office/drawing/2014/main" id="{B6B874A4-7141-4AD8-A0AF-35F0CC55AB11}"/>
              </a:ext>
            </a:extLst>
          </p:cNvPr>
          <p:cNvSpPr txBox="1"/>
          <p:nvPr/>
        </p:nvSpPr>
        <p:spPr>
          <a:xfrm>
            <a:off x="5997887" y="1588889"/>
            <a:ext cx="2500672" cy="646331"/>
          </a:xfrm>
          <a:prstGeom prst="rect">
            <a:avLst/>
          </a:prstGeom>
          <a:solidFill>
            <a:schemeClr val="accent4">
              <a:lumMod val="40000"/>
              <a:lumOff val="60000"/>
            </a:schemeClr>
          </a:solidFill>
        </p:spPr>
        <p:txBody>
          <a:bodyPr wrap="squar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Red line : simulation</a:t>
            </a:r>
          </a:p>
          <a:p>
            <a:r>
              <a:rPr lang="en-US" altLang="zh-TW" dirty="0">
                <a:solidFill>
                  <a:schemeClr val="accent1"/>
                </a:solidFill>
                <a:latin typeface="Times New Roman" panose="02020603050405020304" pitchFamily="18" charset="0"/>
                <a:cs typeface="Times New Roman" panose="02020603050405020304" pitchFamily="18" charset="0"/>
              </a:rPr>
              <a:t>Blue line : measurement</a:t>
            </a:r>
            <a:endParaRPr lang="zh-TW" altLang="en-US"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2829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Varying Pump Power</a:t>
            </a:r>
            <a:endParaRPr lang="zh-TW" altLang="en-US"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AAEC7CFF-F557-4FD0-94CC-F8358F3A56E9}"/>
              </a:ext>
            </a:extLst>
          </p:cNvPr>
          <p:cNvSpPr txBox="1"/>
          <p:nvPr/>
        </p:nvSpPr>
        <p:spPr>
          <a:xfrm>
            <a:off x="3030583" y="1850811"/>
            <a:ext cx="3331028" cy="369332"/>
          </a:xfrm>
          <a:prstGeom prst="rect">
            <a:avLst/>
          </a:prstGeom>
          <a:noFill/>
        </p:spPr>
        <p:txBody>
          <a:bodyPr wrap="square" rtlCol="0">
            <a:spAutoFit/>
          </a:bodyPr>
          <a:lstStyle/>
          <a:p>
            <a:pPr algn="ctr"/>
            <a:r>
              <a:rPr lang="en-US" altLang="zh-TW" b="1" dirty="0">
                <a:latin typeface="Times New Roman" panose="02020603050405020304" pitchFamily="18" charset="0"/>
                <a:cs typeface="Times New Roman" panose="02020603050405020304" pitchFamily="18" charset="0"/>
              </a:rPr>
              <a:t>First Peak</a:t>
            </a:r>
            <a:endParaRPr lang="zh-TW" altLang="en-US" b="1"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09690934-33A4-4929-8A87-84B569ECE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 y="2220143"/>
            <a:ext cx="8515350" cy="4192173"/>
          </a:xfrm>
          <a:prstGeom prst="rect">
            <a:avLst/>
          </a:prstGeom>
        </p:spPr>
      </p:pic>
      <p:sp>
        <p:nvSpPr>
          <p:cNvPr id="15" name="文字方塊 14">
            <a:extLst>
              <a:ext uri="{FF2B5EF4-FFF2-40B4-BE49-F238E27FC236}">
                <a16:creationId xmlns:a16="http://schemas.microsoft.com/office/drawing/2014/main" id="{F4C5E31B-E858-424F-A01D-F281C9319C05}"/>
              </a:ext>
            </a:extLst>
          </p:cNvPr>
          <p:cNvSpPr txBox="1"/>
          <p:nvPr/>
        </p:nvSpPr>
        <p:spPr>
          <a:xfrm>
            <a:off x="3030583" y="1850811"/>
            <a:ext cx="3331028" cy="369332"/>
          </a:xfrm>
          <a:prstGeom prst="rect">
            <a:avLst/>
          </a:prstGeom>
          <a:noFill/>
        </p:spPr>
        <p:txBody>
          <a:bodyPr wrap="square" rtlCol="0">
            <a:spAutoFit/>
          </a:bodyPr>
          <a:lstStyle/>
          <a:p>
            <a:pPr algn="ctr"/>
            <a:r>
              <a:rPr lang="en-US" altLang="zh-TW" b="1" dirty="0">
                <a:latin typeface="Times New Roman" panose="02020603050405020304" pitchFamily="18" charset="0"/>
                <a:cs typeface="Times New Roman" panose="02020603050405020304" pitchFamily="18" charset="0"/>
              </a:rPr>
              <a:t>Second Peak</a:t>
            </a:r>
            <a:endParaRPr lang="zh-TW" altLang="en-US" b="1" dirty="0">
              <a:latin typeface="Times New Roman" panose="02020603050405020304" pitchFamily="18" charset="0"/>
              <a:cs typeface="Times New Roman" panose="02020603050405020304" pitchFamily="18" charset="0"/>
            </a:endParaRPr>
          </a:p>
        </p:txBody>
      </p:sp>
      <p:pic>
        <p:nvPicPr>
          <p:cNvPr id="13" name="圖片 12">
            <a:extLst>
              <a:ext uri="{FF2B5EF4-FFF2-40B4-BE49-F238E27FC236}">
                <a16:creationId xmlns:a16="http://schemas.microsoft.com/office/drawing/2014/main" id="{4E451C80-CFFF-4B20-AC05-218229EAD7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 y="2220143"/>
            <a:ext cx="8515350" cy="4192173"/>
          </a:xfrm>
          <a:prstGeom prst="rect">
            <a:avLst/>
          </a:prstGeom>
        </p:spPr>
      </p:pic>
      <p:sp>
        <p:nvSpPr>
          <p:cNvPr id="3" name="文字方塊 2">
            <a:extLst>
              <a:ext uri="{FF2B5EF4-FFF2-40B4-BE49-F238E27FC236}">
                <a16:creationId xmlns:a16="http://schemas.microsoft.com/office/drawing/2014/main" id="{144AC179-3BC9-48C2-90FE-8AFE03142F49}"/>
              </a:ext>
            </a:extLst>
          </p:cNvPr>
          <p:cNvSpPr txBox="1"/>
          <p:nvPr/>
        </p:nvSpPr>
        <p:spPr>
          <a:xfrm>
            <a:off x="5831749" y="1850811"/>
            <a:ext cx="1606731" cy="369332"/>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λ</a:t>
            </a:r>
            <a:r>
              <a:rPr lang="en-US" altLang="zh-TW" dirty="0">
                <a:latin typeface="Times New Roman" panose="02020603050405020304" pitchFamily="18" charset="0"/>
                <a:ea typeface="SimSun" panose="02010600030101010101" pitchFamily="2" charset="-122"/>
                <a:cs typeface="Times New Roman" panose="02020603050405020304" pitchFamily="18" charset="0"/>
              </a:rPr>
              <a:t>=1575.49</a:t>
            </a:r>
            <a:r>
              <a:rPr lang="zh-TW"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TW" dirty="0">
                <a:latin typeface="Times New Roman" panose="02020603050405020304" pitchFamily="18" charset="0"/>
                <a:ea typeface="SimSun" panose="02010600030101010101" pitchFamily="2" charset="-122"/>
                <a:cs typeface="Times New Roman" panose="02020603050405020304" pitchFamily="18" charset="0"/>
              </a:rPr>
              <a:t>nm</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92274C7A-9FFA-4AFD-919E-C22287972372}"/>
              </a:ext>
            </a:extLst>
          </p:cNvPr>
          <p:cNvSpPr txBox="1"/>
          <p:nvPr/>
        </p:nvSpPr>
        <p:spPr>
          <a:xfrm>
            <a:off x="5817053" y="1850811"/>
            <a:ext cx="1606731" cy="369332"/>
          </a:xfrm>
          <a:prstGeom prst="rect">
            <a:avLst/>
          </a:prstGeom>
          <a:noFill/>
        </p:spPr>
        <p:txBody>
          <a:bodyPr wrap="square" rtlCol="0">
            <a:spAutoFit/>
          </a:bodyPr>
          <a:lstStyle/>
          <a:p>
            <a:r>
              <a:rPr lang="el-GR" altLang="zh-TW" dirty="0">
                <a:latin typeface="Times New Roman" panose="02020603050405020304" pitchFamily="18" charset="0"/>
                <a:ea typeface="SimSun" panose="02010600030101010101" pitchFamily="2" charset="-122"/>
                <a:cs typeface="Times New Roman" panose="02020603050405020304" pitchFamily="18" charset="0"/>
              </a:rPr>
              <a:t>λ</a:t>
            </a:r>
            <a:r>
              <a:rPr lang="en-US" altLang="zh-TW" dirty="0">
                <a:latin typeface="Times New Roman" panose="02020603050405020304" pitchFamily="18" charset="0"/>
                <a:ea typeface="SimSun" panose="02010600030101010101" pitchFamily="2" charset="-122"/>
                <a:cs typeface="Times New Roman" panose="02020603050405020304" pitchFamily="18" charset="0"/>
              </a:rPr>
              <a:t>=1580.94</a:t>
            </a:r>
            <a:r>
              <a:rPr lang="zh-TW"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TW" dirty="0">
                <a:latin typeface="Times New Roman" panose="02020603050405020304" pitchFamily="18" charset="0"/>
                <a:ea typeface="SimSun" panose="02010600030101010101" pitchFamily="2" charset="-122"/>
                <a:cs typeface="Times New Roman" panose="02020603050405020304" pitchFamily="18" charset="0"/>
              </a:rPr>
              <a:t>nm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34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xit"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3"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Setup for SFG Experiment</a:t>
            </a:r>
            <a:endParaRPr lang="zh-TW" altLang="en-US"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C3F86E5A-6653-45B9-B721-6C718A7D532B}"/>
              </a:ext>
            </a:extLst>
          </p:cNvPr>
          <p:cNvPicPr/>
          <p:nvPr/>
        </p:nvPicPr>
        <p:blipFill rotWithShape="1">
          <a:blip r:embed="rId3">
            <a:extLst>
              <a:ext uri="{28A0092B-C50C-407E-A947-70E740481C1C}">
                <a14:useLocalDpi xmlns:a14="http://schemas.microsoft.com/office/drawing/2010/main" val="0"/>
              </a:ext>
            </a:extLst>
          </a:blip>
          <a:srcRect l="5292"/>
          <a:stretch/>
        </p:blipFill>
        <p:spPr bwMode="auto">
          <a:xfrm>
            <a:off x="358346" y="1850811"/>
            <a:ext cx="8427307" cy="44056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12568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Setup for SFG Experiment</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2C3A1708-F682-4B57-A08B-73E9A216DFB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330728" y="1850811"/>
            <a:ext cx="6482543" cy="4861907"/>
          </a:xfrm>
          <a:prstGeom prst="rect">
            <a:avLst/>
          </a:prstGeom>
        </p:spPr>
      </p:pic>
      <p:sp>
        <p:nvSpPr>
          <p:cNvPr id="3" name="橢圓 2">
            <a:extLst>
              <a:ext uri="{FF2B5EF4-FFF2-40B4-BE49-F238E27FC236}">
                <a16:creationId xmlns:a16="http://schemas.microsoft.com/office/drawing/2014/main" id="{3CC22130-5581-4F03-A7E8-4FC4495C86DE}"/>
              </a:ext>
            </a:extLst>
          </p:cNvPr>
          <p:cNvSpPr/>
          <p:nvPr/>
        </p:nvSpPr>
        <p:spPr>
          <a:xfrm>
            <a:off x="3840481" y="3840481"/>
            <a:ext cx="839100" cy="6992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39AA1542-03E9-4460-A8AD-1E7A760DF973}"/>
              </a:ext>
            </a:extLst>
          </p:cNvPr>
          <p:cNvCxnSpPr>
            <a:cxnSpLocks/>
            <a:stCxn id="3" idx="7"/>
            <a:endCxn id="9" idx="1"/>
          </p:cNvCxnSpPr>
          <p:nvPr/>
        </p:nvCxnSpPr>
        <p:spPr>
          <a:xfrm flipV="1">
            <a:off x="4556698" y="2509846"/>
            <a:ext cx="3533053" cy="14330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3B4CC07C-70CF-49B1-8916-6F5DFEA7BA21}"/>
              </a:ext>
            </a:extLst>
          </p:cNvPr>
          <p:cNvSpPr txBox="1"/>
          <p:nvPr/>
        </p:nvSpPr>
        <p:spPr>
          <a:xfrm>
            <a:off x="8089751" y="2326707"/>
            <a:ext cx="613185"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chip</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5977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Sum Frequency Generation (SFG)</a:t>
            </a:r>
            <a:endParaRPr lang="zh-TW" altLang="en-US"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61BCE72E-40E5-40A0-B541-DC3EEF0353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007" y="2779456"/>
            <a:ext cx="3577867" cy="3105021"/>
          </a:xfrm>
          <a:prstGeom prst="rect">
            <a:avLst/>
          </a:prstGeom>
        </p:spPr>
      </p:pic>
      <p:sp>
        <p:nvSpPr>
          <p:cNvPr id="12" name="文字方塊 11">
            <a:extLst>
              <a:ext uri="{FF2B5EF4-FFF2-40B4-BE49-F238E27FC236}">
                <a16:creationId xmlns:a16="http://schemas.microsoft.com/office/drawing/2014/main" id="{C7023EF9-BA72-4C1B-BA83-59C8E38E7269}"/>
              </a:ext>
            </a:extLst>
          </p:cNvPr>
          <p:cNvSpPr txBox="1"/>
          <p:nvPr/>
        </p:nvSpPr>
        <p:spPr>
          <a:xfrm>
            <a:off x="2297790" y="5884476"/>
            <a:ext cx="552300"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TM</a:t>
            </a:r>
            <a:endParaRPr lang="zh-TW" altLang="en-US"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E610DEDB-6650-4BC6-B6E3-DEFF758CD902}"/>
              </a:ext>
            </a:extLst>
          </p:cNvPr>
          <p:cNvSpPr txBox="1"/>
          <p:nvPr/>
        </p:nvSpPr>
        <p:spPr>
          <a:xfrm>
            <a:off x="179526" y="4196727"/>
            <a:ext cx="605481"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TE</a:t>
            </a:r>
            <a:endParaRPr lang="zh-TW" altLang="en-US" dirty="0">
              <a:latin typeface="Times New Roman" panose="02020603050405020304" pitchFamily="18" charset="0"/>
              <a:cs typeface="Times New Roman" panose="02020603050405020304" pitchFamily="18" charset="0"/>
            </a:endParaRPr>
          </a:p>
        </p:txBody>
      </p:sp>
      <p:pic>
        <p:nvPicPr>
          <p:cNvPr id="15" name="圖片 14">
            <a:extLst>
              <a:ext uri="{FF2B5EF4-FFF2-40B4-BE49-F238E27FC236}">
                <a16:creationId xmlns:a16="http://schemas.microsoft.com/office/drawing/2014/main" id="{2EAEE567-8079-4E92-936C-7777975D26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0386" y="2779456"/>
            <a:ext cx="3577867" cy="3105021"/>
          </a:xfrm>
          <a:prstGeom prst="rect">
            <a:avLst/>
          </a:prstGeom>
        </p:spPr>
      </p:pic>
      <p:sp>
        <p:nvSpPr>
          <p:cNvPr id="16" name="文字方塊 15">
            <a:extLst>
              <a:ext uri="{FF2B5EF4-FFF2-40B4-BE49-F238E27FC236}">
                <a16:creationId xmlns:a16="http://schemas.microsoft.com/office/drawing/2014/main" id="{36A56AF9-9D4C-4177-A5E1-5B4CD956EBB6}"/>
              </a:ext>
            </a:extLst>
          </p:cNvPr>
          <p:cNvSpPr txBox="1"/>
          <p:nvPr/>
        </p:nvSpPr>
        <p:spPr>
          <a:xfrm>
            <a:off x="4249071" y="4222407"/>
            <a:ext cx="582838"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TM</a:t>
            </a:r>
            <a:endParaRPr lang="zh-TW" altLang="en-US" dirty="0">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8500EC21-6A50-413A-919D-AD4ECC68BB22}"/>
              </a:ext>
            </a:extLst>
          </p:cNvPr>
          <p:cNvSpPr txBox="1"/>
          <p:nvPr/>
        </p:nvSpPr>
        <p:spPr>
          <a:xfrm>
            <a:off x="6330773" y="5884477"/>
            <a:ext cx="605481" cy="369332"/>
          </a:xfrm>
          <a:prstGeom prst="rect">
            <a:avLst/>
          </a:prstGeom>
          <a:noFill/>
        </p:spPr>
        <p:txBody>
          <a:bodyPr wrap="square" rtlCol="0">
            <a:spAutoFit/>
          </a:bodyPr>
          <a:lstStyle/>
          <a:p>
            <a:r>
              <a:rPr lang="en-US" altLang="zh-TW">
                <a:latin typeface="Times New Roman" panose="02020603050405020304" pitchFamily="18" charset="0"/>
                <a:cs typeface="Times New Roman" panose="02020603050405020304" pitchFamily="18" charset="0"/>
              </a:rPr>
              <a:t>TE</a:t>
            </a:r>
            <a:endParaRPr lang="zh-TW" altLang="en-US"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9DD65F8E-1F08-4006-B221-69E0A5FE99A4}"/>
              </a:ext>
            </a:extLst>
          </p:cNvPr>
          <p:cNvSpPr txBox="1"/>
          <p:nvPr/>
        </p:nvSpPr>
        <p:spPr>
          <a:xfrm>
            <a:off x="1903108" y="1937177"/>
            <a:ext cx="1552464" cy="646331"/>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Measurement</a:t>
            </a:r>
          </a:p>
          <a:p>
            <a:pPr algn="ctr"/>
            <a:r>
              <a:rPr lang="en-US" altLang="zh-TW" dirty="0">
                <a:latin typeface="Times New Roman" panose="02020603050405020304" pitchFamily="18" charset="0"/>
                <a:cs typeface="Times New Roman" panose="02020603050405020304" pitchFamily="18" charset="0"/>
              </a:rPr>
              <a:t>(condition 1)</a:t>
            </a:r>
            <a:endParaRPr lang="zh-TW" altLang="en-US" dirty="0">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C6A1D35C-0499-48B9-AA1A-D1E3C049B193}"/>
              </a:ext>
            </a:extLst>
          </p:cNvPr>
          <p:cNvSpPr txBox="1"/>
          <p:nvPr/>
        </p:nvSpPr>
        <p:spPr>
          <a:xfrm>
            <a:off x="5969561" y="1937177"/>
            <a:ext cx="1552464" cy="646331"/>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Measurement</a:t>
            </a:r>
          </a:p>
          <a:p>
            <a:pPr algn="ctr"/>
            <a:r>
              <a:rPr lang="en-US" altLang="zh-TW" dirty="0">
                <a:latin typeface="Times New Roman" panose="02020603050405020304" pitchFamily="18" charset="0"/>
                <a:cs typeface="Times New Roman" panose="02020603050405020304" pitchFamily="18" charset="0"/>
              </a:rPr>
              <a:t>(condition 2)</a:t>
            </a:r>
            <a:endParaRPr lang="zh-TW" altLang="en-US"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CF25D553-ACF0-46D3-B3B7-015F07E5D0F2}"/>
              </a:ext>
            </a:extLst>
          </p:cNvPr>
          <p:cNvSpPr txBox="1"/>
          <p:nvPr/>
        </p:nvSpPr>
        <p:spPr>
          <a:xfrm>
            <a:off x="1556952" y="2803613"/>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1</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419817EA-B6F1-4946-808E-70D9C3EE7E29}"/>
              </a:ext>
            </a:extLst>
          </p:cNvPr>
          <p:cNvSpPr txBox="1"/>
          <p:nvPr/>
        </p:nvSpPr>
        <p:spPr>
          <a:xfrm>
            <a:off x="5447482" y="2803613"/>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1</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E531BC1E-7F3D-4670-B23F-1ECD088C60A8}"/>
              </a:ext>
            </a:extLst>
          </p:cNvPr>
          <p:cNvSpPr txBox="1"/>
          <p:nvPr/>
        </p:nvSpPr>
        <p:spPr>
          <a:xfrm>
            <a:off x="2431432" y="2803613"/>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2</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107EAB13-A11C-4491-B6CC-DC9F5E6BBFEA}"/>
              </a:ext>
            </a:extLst>
          </p:cNvPr>
          <p:cNvSpPr txBox="1"/>
          <p:nvPr/>
        </p:nvSpPr>
        <p:spPr>
          <a:xfrm>
            <a:off x="6688346" y="2803613"/>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2</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pic>
        <p:nvPicPr>
          <p:cNvPr id="23" name="圖片 22">
            <a:extLst>
              <a:ext uri="{FF2B5EF4-FFF2-40B4-BE49-F238E27FC236}">
                <a16:creationId xmlns:a16="http://schemas.microsoft.com/office/drawing/2014/main" id="{8A15453E-CC16-4169-8376-75FFDBFFD916}"/>
              </a:ext>
            </a:extLst>
          </p:cNvPr>
          <p:cNvPicPr>
            <a:picLocks noChangeAspect="1"/>
          </p:cNvPicPr>
          <p:nvPr/>
        </p:nvPicPr>
        <p:blipFill rotWithShape="1">
          <a:blip r:embed="rId5">
            <a:extLst>
              <a:ext uri="{28A0092B-C50C-407E-A947-70E740481C1C}">
                <a14:useLocalDpi xmlns:a14="http://schemas.microsoft.com/office/drawing/2010/main" val="0"/>
              </a:ext>
            </a:extLst>
          </a:blip>
          <a:srcRect l="5540" r="7193"/>
          <a:stretch/>
        </p:blipFill>
        <p:spPr>
          <a:xfrm>
            <a:off x="290315" y="1850811"/>
            <a:ext cx="8157003" cy="4601643"/>
          </a:xfrm>
          <a:prstGeom prst="rect">
            <a:avLst/>
          </a:prstGeom>
        </p:spPr>
      </p:pic>
    </p:spTree>
    <p:extLst>
      <p:ext uri="{BB962C8B-B14F-4D97-AF65-F5344CB8AC3E}">
        <p14:creationId xmlns:p14="http://schemas.microsoft.com/office/powerpoint/2010/main" val="346113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Sum Frequency Generation (SFG)</a:t>
            </a:r>
            <a:endParaRPr lang="zh-TW" altLang="en-US"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D030201-C2FD-4E04-8494-7BBDD2072468}"/>
              </a:ext>
            </a:extLst>
          </p:cNvPr>
          <p:cNvSpPr txBox="1"/>
          <p:nvPr/>
        </p:nvSpPr>
        <p:spPr>
          <a:xfrm>
            <a:off x="1145450" y="2082554"/>
            <a:ext cx="2706061"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Measurement (condition 3)</a:t>
            </a:r>
            <a:endParaRPr lang="zh-TW" altLang="en-US"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3E60971E-3B04-46FD-91B6-70704DDEFFAF}"/>
              </a:ext>
            </a:extLst>
          </p:cNvPr>
          <p:cNvSpPr txBox="1"/>
          <p:nvPr/>
        </p:nvSpPr>
        <p:spPr>
          <a:xfrm>
            <a:off x="6159831" y="2082554"/>
            <a:ext cx="1253273"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Simulation</a:t>
            </a:r>
            <a:endParaRPr lang="zh-TW" altLang="en-US"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43A04C8E-4B17-4F49-A64A-0AEEA26E34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678" y="2590386"/>
            <a:ext cx="4577606" cy="3470780"/>
          </a:xfrm>
          <a:prstGeom prst="rect">
            <a:avLst/>
          </a:prstGeom>
        </p:spPr>
      </p:pic>
      <p:pic>
        <p:nvPicPr>
          <p:cNvPr id="17" name="圖片 16">
            <a:extLst>
              <a:ext uri="{FF2B5EF4-FFF2-40B4-BE49-F238E27FC236}">
                <a16:creationId xmlns:a16="http://schemas.microsoft.com/office/drawing/2014/main" id="{05F2FF09-BB0D-429E-A646-6760578E10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7284" y="2590386"/>
            <a:ext cx="3998369" cy="3470780"/>
          </a:xfrm>
          <a:prstGeom prst="rect">
            <a:avLst/>
          </a:prstGeom>
        </p:spPr>
      </p:pic>
    </p:spTree>
    <p:extLst>
      <p:ext uri="{BB962C8B-B14F-4D97-AF65-F5344CB8AC3E}">
        <p14:creationId xmlns:p14="http://schemas.microsoft.com/office/powerpoint/2010/main" val="1970631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A9302D12-0EC0-4A7F-B736-C9990A76D0C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35000" contrast="100000"/>
                    </a14:imgEffect>
                  </a14:imgLayer>
                </a14:imgProps>
              </a:ext>
              <a:ext uri="{28A0092B-C50C-407E-A947-70E740481C1C}">
                <a14:useLocalDpi xmlns:a14="http://schemas.microsoft.com/office/drawing/2010/main" val="0"/>
              </a:ext>
            </a:extLst>
          </a:blip>
          <a:stretch>
            <a:fillRect/>
          </a:stretch>
        </p:blipFill>
        <p:spPr>
          <a:xfrm>
            <a:off x="0" y="2105113"/>
            <a:ext cx="9144000" cy="4501662"/>
          </a:xfrm>
          <a:prstGeom prst="rect">
            <a:avLst/>
          </a:prstGeom>
        </p:spPr>
      </p:pic>
      <p:pic>
        <p:nvPicPr>
          <p:cNvPr id="17" name="圖片 16">
            <a:extLst>
              <a:ext uri="{FF2B5EF4-FFF2-40B4-BE49-F238E27FC236}">
                <a16:creationId xmlns:a16="http://schemas.microsoft.com/office/drawing/2014/main" id="{B0944EA2-FD5C-4464-B860-88DC6C2EF3E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70000"/>
                    </a14:imgEffect>
                  </a14:imgLayer>
                </a14:imgProps>
              </a:ext>
              <a:ext uri="{28A0092B-C50C-407E-A947-70E740481C1C}">
                <a14:useLocalDpi xmlns:a14="http://schemas.microsoft.com/office/drawing/2010/main" val="0"/>
              </a:ext>
            </a:extLst>
          </a:blip>
          <a:stretch>
            <a:fillRect/>
          </a:stretch>
        </p:blipFill>
        <p:spPr>
          <a:xfrm>
            <a:off x="0" y="2105113"/>
            <a:ext cx="9144000" cy="4501662"/>
          </a:xfrm>
          <a:prstGeom prst="rect">
            <a:avLst/>
          </a:prstGeom>
        </p:spPr>
      </p:pic>
      <p:sp>
        <p:nvSpPr>
          <p:cNvPr id="2" name="標題 1">
            <a:extLst>
              <a:ext uri="{FF2B5EF4-FFF2-40B4-BE49-F238E27FC236}">
                <a16:creationId xmlns:a16="http://schemas.microsoft.com/office/drawing/2014/main" id="{119F7BD4-B5EC-4C3D-99E0-E8C927B809B2}"/>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Results</a:t>
            </a:r>
            <a:endParaRPr lang="zh-TW" altLang="en-US" b="1" dirty="0"/>
          </a:p>
        </p:txBody>
      </p:sp>
      <p:pic>
        <p:nvPicPr>
          <p:cNvPr id="4" name="圖片 3">
            <a:extLst>
              <a:ext uri="{FF2B5EF4-FFF2-40B4-BE49-F238E27FC236}">
                <a16:creationId xmlns:a16="http://schemas.microsoft.com/office/drawing/2014/main" id="{B1F65031-4179-4715-BF04-5AD7E7B9073F}"/>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14632B7D-39C8-482E-AC05-CCBD03030264}"/>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SFG to SPDC Reconstruction</a:t>
            </a:r>
            <a:endParaRPr lang="zh-TW" altLang="en-US" dirty="0">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D030201-C2FD-4E04-8494-7BBDD2072468}"/>
              </a:ext>
            </a:extLst>
          </p:cNvPr>
          <p:cNvSpPr txBox="1"/>
          <p:nvPr/>
        </p:nvSpPr>
        <p:spPr>
          <a:xfrm>
            <a:off x="3725394" y="1752511"/>
            <a:ext cx="1782072" cy="369332"/>
          </a:xfrm>
          <a:prstGeom prst="rect">
            <a:avLst/>
          </a:prstGeom>
          <a:noFill/>
        </p:spPr>
        <p:txBody>
          <a:bodyPr wrap="square" rtlCol="0">
            <a:spAutoFit/>
          </a:bodyPr>
          <a:lstStyle/>
          <a:p>
            <a:pPr algn="ctr"/>
            <a:r>
              <a:rPr lang="en-US" altLang="zh-TW" b="1" dirty="0">
                <a:latin typeface="Times New Roman" panose="02020603050405020304" pitchFamily="18" charset="0"/>
                <a:cs typeface="Times New Roman" panose="02020603050405020304" pitchFamily="18" charset="0"/>
              </a:rPr>
              <a:t>Reconstruction</a:t>
            </a:r>
            <a:endParaRPr lang="zh-TW" altLang="en-US" b="1" dirty="0">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3E60971E-3B04-46FD-91B6-70704DDEFFAF}"/>
              </a:ext>
            </a:extLst>
          </p:cNvPr>
          <p:cNvSpPr txBox="1"/>
          <p:nvPr/>
        </p:nvSpPr>
        <p:spPr>
          <a:xfrm>
            <a:off x="3945363" y="1755914"/>
            <a:ext cx="1253273" cy="369332"/>
          </a:xfrm>
          <a:prstGeom prst="rect">
            <a:avLst/>
          </a:prstGeom>
          <a:noFill/>
        </p:spPr>
        <p:txBody>
          <a:bodyPr wrap="square" rtlCol="0">
            <a:spAutoFit/>
          </a:bodyPr>
          <a:lstStyle/>
          <a:p>
            <a:r>
              <a:rPr lang="en-US" altLang="zh-TW" b="1" dirty="0">
                <a:latin typeface="Times New Roman" panose="02020603050405020304" pitchFamily="18" charset="0"/>
                <a:cs typeface="Times New Roman" panose="02020603050405020304" pitchFamily="18" charset="0"/>
              </a:rPr>
              <a:t>Simulation</a:t>
            </a:r>
            <a:endParaRPr lang="zh-TW" altLang="en-US" b="1"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25E2153D-6604-48A0-869D-9DF4C6A5CADF}"/>
              </a:ext>
            </a:extLst>
          </p:cNvPr>
          <p:cNvSpPr txBox="1"/>
          <p:nvPr/>
        </p:nvSpPr>
        <p:spPr>
          <a:xfrm>
            <a:off x="2278256" y="3789442"/>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1</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3CD278D7-0FEA-4179-B152-7DBCFFD01ACD}"/>
              </a:ext>
            </a:extLst>
          </p:cNvPr>
          <p:cNvSpPr txBox="1"/>
          <p:nvPr/>
        </p:nvSpPr>
        <p:spPr>
          <a:xfrm>
            <a:off x="3109644" y="2956405"/>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2</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A61963A9-8231-4574-AC86-D94FF68DCE5C}"/>
              </a:ext>
            </a:extLst>
          </p:cNvPr>
          <p:cNvSpPr txBox="1"/>
          <p:nvPr/>
        </p:nvSpPr>
        <p:spPr>
          <a:xfrm>
            <a:off x="3945363" y="2105113"/>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1</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964E9D2E-00DE-4E7D-A7FF-2713176B3BE4}"/>
              </a:ext>
            </a:extLst>
          </p:cNvPr>
          <p:cNvSpPr txBox="1"/>
          <p:nvPr/>
        </p:nvSpPr>
        <p:spPr>
          <a:xfrm>
            <a:off x="4961188" y="2105113"/>
            <a:ext cx="495815" cy="369332"/>
          </a:xfrm>
          <a:prstGeom prst="rect">
            <a:avLst/>
          </a:prstGeom>
          <a:noFill/>
        </p:spPr>
        <p:txBody>
          <a:bodyPr wrap="square" rtlCol="0">
            <a:spAutoFit/>
          </a:bodyPr>
          <a:lstStyle/>
          <a:p>
            <a:r>
              <a:rPr lang="el-GR"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Λ</a:t>
            </a:r>
            <a:r>
              <a:rPr lang="en-US" altLang="zh-TW" b="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2</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7ECFB607-39AF-4D4C-9A91-E73B7DE62B8A}"/>
              </a:ext>
            </a:extLst>
          </p:cNvPr>
          <p:cNvSpPr txBox="1"/>
          <p:nvPr/>
        </p:nvSpPr>
        <p:spPr>
          <a:xfrm>
            <a:off x="1752374" y="2883893"/>
            <a:ext cx="495815"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TE</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2ED14412-80A1-4B52-A363-00AB4B9C3066}"/>
              </a:ext>
            </a:extLst>
          </p:cNvPr>
          <p:cNvSpPr txBox="1"/>
          <p:nvPr/>
        </p:nvSpPr>
        <p:spPr>
          <a:xfrm>
            <a:off x="5805837" y="2883893"/>
            <a:ext cx="589275"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TM</a:t>
            </a:r>
            <a:endParaRPr lang="zh-TW" altLang="en-US" b="1" baseline="-25000" dirty="0">
              <a:solidFill>
                <a:srgbClr val="FF0000"/>
              </a:solidFill>
              <a:latin typeface="Times New Roman" panose="02020603050405020304" pitchFamily="18" charset="0"/>
              <a:cs typeface="Times New Roman" panose="02020603050405020304" pitchFamily="18" charset="0"/>
            </a:endParaRPr>
          </a:p>
        </p:txBody>
      </p:sp>
      <p:cxnSp>
        <p:nvCxnSpPr>
          <p:cNvPr id="9" name="直線接點 8">
            <a:extLst>
              <a:ext uri="{FF2B5EF4-FFF2-40B4-BE49-F238E27FC236}">
                <a16:creationId xmlns:a16="http://schemas.microsoft.com/office/drawing/2014/main" id="{CE6000AF-6DF0-4CBC-AFFA-77ACDE2BB82D}"/>
              </a:ext>
            </a:extLst>
          </p:cNvPr>
          <p:cNvCxnSpPr>
            <a:stCxn id="12" idx="2"/>
            <a:endCxn id="15" idx="1"/>
          </p:cNvCxnSpPr>
          <p:nvPr/>
        </p:nvCxnSpPr>
        <p:spPr>
          <a:xfrm>
            <a:off x="4193271" y="2474445"/>
            <a:ext cx="1612566" cy="59411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F1BBBF36-8269-4C94-8978-61300B33115C}"/>
              </a:ext>
            </a:extLst>
          </p:cNvPr>
          <p:cNvCxnSpPr>
            <a:cxnSpLocks/>
            <a:stCxn id="13" idx="2"/>
            <a:endCxn id="15" idx="1"/>
          </p:cNvCxnSpPr>
          <p:nvPr/>
        </p:nvCxnSpPr>
        <p:spPr>
          <a:xfrm>
            <a:off x="5209096" y="2474445"/>
            <a:ext cx="596741" cy="59411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55BCD958-8B11-4FD5-AFD6-E2C43E37EF23}"/>
              </a:ext>
            </a:extLst>
          </p:cNvPr>
          <p:cNvCxnSpPr>
            <a:cxnSpLocks/>
            <a:stCxn id="14" idx="3"/>
            <a:endCxn id="10" idx="0"/>
          </p:cNvCxnSpPr>
          <p:nvPr/>
        </p:nvCxnSpPr>
        <p:spPr>
          <a:xfrm>
            <a:off x="2248189" y="3068559"/>
            <a:ext cx="277975" cy="7208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4A26834F-6790-4CB4-81E2-E0003003C481}"/>
              </a:ext>
            </a:extLst>
          </p:cNvPr>
          <p:cNvCxnSpPr>
            <a:cxnSpLocks/>
            <a:stCxn id="14" idx="3"/>
            <a:endCxn id="11" idx="1"/>
          </p:cNvCxnSpPr>
          <p:nvPr/>
        </p:nvCxnSpPr>
        <p:spPr>
          <a:xfrm>
            <a:off x="2248189" y="3068559"/>
            <a:ext cx="861455" cy="7251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28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24"/>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par>
                          <p:cTn id="39" fill="hold">
                            <p:stCondLst>
                              <p:cond delay="0"/>
                            </p:stCondLst>
                            <p:childTnLst>
                              <p:par>
                                <p:cTn id="40" presetID="1" presetClass="exit" presetSubtype="0" fill="hold" nodeType="afterEffect">
                                  <p:stCondLst>
                                    <p:cond delay="0"/>
                                  </p:stCondLst>
                                  <p:childTnLst>
                                    <p:set>
                                      <p:cBhvr>
                                        <p:cTn id="41" dur="1" fill="hold">
                                          <p:stCondLst>
                                            <p:cond delay="0"/>
                                          </p:stCondLst>
                                        </p:cTn>
                                        <p:tgtEl>
                                          <p:spTgt spid="7"/>
                                        </p:tgtEl>
                                        <p:attrNameLst>
                                          <p:attrName>style.visibility</p:attrName>
                                        </p:attrNameLst>
                                      </p:cBhvr>
                                      <p:to>
                                        <p:strVal val="hidden"/>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10" grpId="0"/>
      <p:bldP spid="11" grpId="0"/>
      <p:bldP spid="12" grpId="0"/>
      <p:bldP spid="13" grpId="0"/>
      <p:bldP spid="14"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AD03F2-0F0D-4BEE-81A0-2E04242FE88F}"/>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Summary</a:t>
            </a:r>
            <a:endParaRPr lang="zh-TW" altLang="en-US" b="1" dirty="0"/>
          </a:p>
        </p:txBody>
      </p:sp>
      <p:sp>
        <p:nvSpPr>
          <p:cNvPr id="3" name="內容版面配置區 2">
            <a:extLst>
              <a:ext uri="{FF2B5EF4-FFF2-40B4-BE49-F238E27FC236}">
                <a16:creationId xmlns:a16="http://schemas.microsoft.com/office/drawing/2014/main" id="{843CFC06-82C1-49EE-8C9B-AD9395936F2D}"/>
              </a:ext>
            </a:extLst>
          </p:cNvPr>
          <p:cNvSpPr>
            <a:spLocks noGrp="1"/>
          </p:cNvSpPr>
          <p:nvPr>
            <p:ph idx="1"/>
          </p:nvPr>
        </p:nvSpPr>
        <p:spPr>
          <a:xfrm>
            <a:off x="358346" y="1495168"/>
            <a:ext cx="8157004" cy="3571101"/>
          </a:xfrm>
        </p:spPr>
        <p:txBody>
          <a:bodyPr/>
          <a:lstStyle/>
          <a:p>
            <a:pPr>
              <a:lnSpc>
                <a:spcPct val="150000"/>
              </a:lnSpc>
            </a:pPr>
            <a:r>
              <a:rPr lang="en-US" altLang="zh-TW" dirty="0">
                <a:latin typeface="Times New Roman" panose="02020603050405020304" pitchFamily="18" charset="0"/>
                <a:cs typeface="Times New Roman" panose="02020603050405020304" pitchFamily="18" charset="0"/>
              </a:rPr>
              <a:t>Photons from different processes can be generated in an </a:t>
            </a:r>
            <a:r>
              <a:rPr lang="en-US" altLang="zh-TW" dirty="0" err="1">
                <a:latin typeface="Times New Roman" panose="02020603050405020304" pitchFamily="18" charset="0"/>
                <a:cs typeface="Times New Roman" panose="02020603050405020304" pitchFamily="18" charset="0"/>
              </a:rPr>
              <a:t>aperiodically</a:t>
            </a:r>
            <a:r>
              <a:rPr lang="en-US" altLang="zh-TW" dirty="0">
                <a:latin typeface="Times New Roman" panose="02020603050405020304" pitchFamily="18" charset="0"/>
                <a:cs typeface="Times New Roman" panose="02020603050405020304" pitchFamily="18" charset="0"/>
              </a:rPr>
              <a:t> poled structure.</a:t>
            </a:r>
          </a:p>
          <a:p>
            <a:pPr>
              <a:lnSpc>
                <a:spcPct val="150000"/>
              </a:lnSpc>
            </a:pPr>
            <a:r>
              <a:rPr lang="en-US" altLang="zh-TW" dirty="0">
                <a:latin typeface="Times New Roman" panose="02020603050405020304" pitchFamily="18" charset="0"/>
                <a:cs typeface="Times New Roman" panose="02020603050405020304" pitchFamily="18" charset="0"/>
              </a:rPr>
              <a:t>Wavelength can be tuned by changing temperature.</a:t>
            </a:r>
          </a:p>
          <a:p>
            <a:pPr>
              <a:lnSpc>
                <a:spcPct val="150000"/>
              </a:lnSpc>
            </a:pPr>
            <a:r>
              <a:rPr lang="en-US" altLang="zh-TW" dirty="0">
                <a:latin typeface="Times New Roman" panose="02020603050405020304" pitchFamily="18" charset="0"/>
                <a:cs typeface="Times New Roman" panose="02020603050405020304" pitchFamily="18" charset="0"/>
              </a:rPr>
              <a:t>Predict SPDC spectrum by reconstructing the SFG result.</a:t>
            </a:r>
          </a:p>
          <a:p>
            <a:pPr>
              <a:lnSpc>
                <a:spcPct val="150000"/>
              </a:lnSpc>
            </a:pP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D6A505E0-3F6A-4B6F-A982-C34502C9A2A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箭號: 上彎 4">
            <a:extLst>
              <a:ext uri="{FF2B5EF4-FFF2-40B4-BE49-F238E27FC236}">
                <a16:creationId xmlns:a16="http://schemas.microsoft.com/office/drawing/2014/main" id="{2487FFDE-28CA-4100-A20A-233D3CEC658B}"/>
              </a:ext>
            </a:extLst>
          </p:cNvPr>
          <p:cNvSpPr/>
          <p:nvPr/>
        </p:nvSpPr>
        <p:spPr>
          <a:xfrm rot="5400000">
            <a:off x="1223818" y="5077362"/>
            <a:ext cx="726635" cy="927463"/>
          </a:xfrm>
          <a:prstGeom prst="bentUpArrow">
            <a:avLst>
              <a:gd name="adj1" fmla="val 33989"/>
              <a:gd name="adj2" fmla="val 25000"/>
              <a:gd name="adj3" fmla="val 3219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E48EE322-2AEC-4AFE-B84C-F5A4C0268AB4}"/>
              </a:ext>
            </a:extLst>
          </p:cNvPr>
          <p:cNvSpPr txBox="1"/>
          <p:nvPr/>
        </p:nvSpPr>
        <p:spPr>
          <a:xfrm>
            <a:off x="2385095" y="4704082"/>
            <a:ext cx="4702628" cy="1200329"/>
          </a:xfrm>
          <a:prstGeom prst="rect">
            <a:avLst/>
          </a:prstGeom>
          <a:solidFill>
            <a:schemeClr val="accent4">
              <a:lumMod val="40000"/>
              <a:lumOff val="60000"/>
            </a:schemeClr>
          </a:solid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First to generate multiple photon pairs by using an </a:t>
            </a:r>
            <a:r>
              <a:rPr lang="en-US" altLang="zh-TW" sz="2400" dirty="0" err="1">
                <a:latin typeface="Times New Roman" panose="02020603050405020304" pitchFamily="18" charset="0"/>
                <a:cs typeface="Times New Roman" panose="02020603050405020304" pitchFamily="18" charset="0"/>
              </a:rPr>
              <a:t>aperiodically</a:t>
            </a:r>
            <a:r>
              <a:rPr lang="en-US" altLang="zh-TW" sz="2400" dirty="0">
                <a:latin typeface="Times New Roman" panose="02020603050405020304" pitchFamily="18" charset="0"/>
                <a:cs typeface="Times New Roman" panose="02020603050405020304" pitchFamily="18" charset="0"/>
              </a:rPr>
              <a:t> poled structure.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0555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群組 5">
            <a:extLst>
              <a:ext uri="{FF2B5EF4-FFF2-40B4-BE49-F238E27FC236}">
                <a16:creationId xmlns:a16="http://schemas.microsoft.com/office/drawing/2014/main" id="{175E7DED-FC07-4151-A420-C70E10C20F70}"/>
              </a:ext>
            </a:extLst>
          </p:cNvPr>
          <p:cNvGrpSpPr/>
          <p:nvPr/>
        </p:nvGrpSpPr>
        <p:grpSpPr>
          <a:xfrm>
            <a:off x="228533" y="2599506"/>
            <a:ext cx="8476468" cy="4128025"/>
            <a:chOff x="228533" y="2599506"/>
            <a:chExt cx="8476468" cy="4128025"/>
          </a:xfrm>
        </p:grpSpPr>
        <p:pic>
          <p:nvPicPr>
            <p:cNvPr id="7" name="圖片 6">
              <a:extLst>
                <a:ext uri="{FF2B5EF4-FFF2-40B4-BE49-F238E27FC236}">
                  <a16:creationId xmlns:a16="http://schemas.microsoft.com/office/drawing/2014/main" id="{3E6C0D58-651B-408F-A9EB-4EBCD1DD3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397" y="2599506"/>
              <a:ext cx="7864954" cy="3871978"/>
            </a:xfrm>
            <a:prstGeom prst="rect">
              <a:avLst/>
            </a:prstGeom>
          </p:spPr>
        </p:pic>
        <p:sp>
          <p:nvSpPr>
            <p:cNvPr id="20" name="文字方塊 19">
              <a:extLst>
                <a:ext uri="{FF2B5EF4-FFF2-40B4-BE49-F238E27FC236}">
                  <a16:creationId xmlns:a16="http://schemas.microsoft.com/office/drawing/2014/main" id="{40312E0E-01BF-4930-8A3F-C7CE07603F88}"/>
                </a:ext>
              </a:extLst>
            </p:cNvPr>
            <p:cNvSpPr txBox="1"/>
            <p:nvPr/>
          </p:nvSpPr>
          <p:spPr>
            <a:xfrm>
              <a:off x="228533" y="3436694"/>
              <a:ext cx="1177832" cy="646331"/>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累積的折射率差值</a:t>
              </a:r>
            </a:p>
          </p:txBody>
        </p:sp>
        <p:sp>
          <p:nvSpPr>
            <p:cNvPr id="21" name="文字方塊 20">
              <a:extLst>
                <a:ext uri="{FF2B5EF4-FFF2-40B4-BE49-F238E27FC236}">
                  <a16:creationId xmlns:a16="http://schemas.microsoft.com/office/drawing/2014/main" id="{B0792D88-203D-41CA-8FFB-ACE629334662}"/>
                </a:ext>
              </a:extLst>
            </p:cNvPr>
            <p:cNvSpPr txBox="1"/>
            <p:nvPr/>
          </p:nvSpPr>
          <p:spPr>
            <a:xfrm>
              <a:off x="7947355" y="5711868"/>
              <a:ext cx="757646" cy="646331"/>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晶體長度</a:t>
              </a:r>
            </a:p>
          </p:txBody>
        </p:sp>
        <p:sp>
          <p:nvSpPr>
            <p:cNvPr id="22" name="矩形 21">
              <a:extLst>
                <a:ext uri="{FF2B5EF4-FFF2-40B4-BE49-F238E27FC236}">
                  <a16:creationId xmlns:a16="http://schemas.microsoft.com/office/drawing/2014/main" id="{149C888C-91D1-4EF3-9A7C-91EAFBC11534}"/>
                </a:ext>
              </a:extLst>
            </p:cNvPr>
            <p:cNvSpPr/>
            <p:nvPr/>
          </p:nvSpPr>
          <p:spPr>
            <a:xfrm>
              <a:off x="2499838" y="2903104"/>
              <a:ext cx="1458764" cy="31319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cs typeface="Times New Roman" panose="02020603050405020304" pitchFamily="18" charset="0"/>
                </a:rPr>
                <a:t>SPDC</a:t>
              </a:r>
              <a:endParaRPr lang="zh-TW" altLang="en-US" sz="1400" dirty="0">
                <a:solidFill>
                  <a:schemeClr val="tx1"/>
                </a:solidFill>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54688E8C-76D3-4280-BBDE-218A5AAD9DB0}"/>
                </a:ext>
              </a:extLst>
            </p:cNvPr>
            <p:cNvSpPr/>
            <p:nvPr/>
          </p:nvSpPr>
          <p:spPr>
            <a:xfrm>
              <a:off x="4250653" y="2903104"/>
              <a:ext cx="1993393" cy="31319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cs typeface="Times New Roman" panose="02020603050405020304" pitchFamily="18" charset="0"/>
                </a:rPr>
                <a:t>Y-field</a:t>
              </a:r>
            </a:p>
            <a:p>
              <a:pPr algn="ctr"/>
              <a:r>
                <a:rPr lang="en-US" altLang="zh-TW" sz="1400" dirty="0">
                  <a:solidFill>
                    <a:schemeClr val="tx1"/>
                  </a:solidFill>
                  <a:latin typeface="Times New Roman" panose="02020603050405020304" pitchFamily="18" charset="0"/>
                  <a:cs typeface="Times New Roman" panose="02020603050405020304" pitchFamily="18" charset="0"/>
                </a:rPr>
                <a:t>EOPMC</a:t>
              </a:r>
              <a:endParaRPr lang="zh-TW" altLang="en-US" sz="1400" dirty="0">
                <a:solidFill>
                  <a:schemeClr val="tx1"/>
                </a:solidFill>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91A8E864-9F3E-497A-AE11-4B309E8E944A}"/>
                </a:ext>
              </a:extLst>
            </p:cNvPr>
            <p:cNvSpPr/>
            <p:nvPr/>
          </p:nvSpPr>
          <p:spPr>
            <a:xfrm>
              <a:off x="6390685" y="2903103"/>
              <a:ext cx="882624" cy="31319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solidFill>
                    <a:schemeClr val="tx1"/>
                  </a:solidFill>
                  <a:latin typeface="Times New Roman" panose="02020603050405020304" pitchFamily="18" charset="0"/>
                  <a:cs typeface="Times New Roman" panose="02020603050405020304" pitchFamily="18" charset="0"/>
                </a:rPr>
                <a:t>Z-field</a:t>
              </a:r>
            </a:p>
            <a:p>
              <a:pPr algn="ctr"/>
              <a:r>
                <a:rPr lang="en-US" altLang="zh-TW" sz="1400" dirty="0">
                  <a:solidFill>
                    <a:schemeClr val="tx1"/>
                  </a:solidFill>
                  <a:latin typeface="Times New Roman" panose="02020603050405020304" pitchFamily="18" charset="0"/>
                  <a:cs typeface="Times New Roman" panose="02020603050405020304" pitchFamily="18" charset="0"/>
                </a:rPr>
                <a:t>electrode</a:t>
              </a:r>
              <a:endParaRPr lang="zh-TW" altLang="en-US" sz="1400" dirty="0">
                <a:solidFill>
                  <a:schemeClr val="tx1"/>
                </a:solidFill>
                <a:latin typeface="Times New Roman" panose="02020603050405020304" pitchFamily="18" charset="0"/>
                <a:cs typeface="Times New Roman" panose="02020603050405020304" pitchFamily="18" charset="0"/>
              </a:endParaRPr>
            </a:p>
          </p:txBody>
        </p:sp>
        <p:cxnSp>
          <p:nvCxnSpPr>
            <p:cNvPr id="8" name="直線單箭頭接點 7">
              <a:extLst>
                <a:ext uri="{FF2B5EF4-FFF2-40B4-BE49-F238E27FC236}">
                  <a16:creationId xmlns:a16="http://schemas.microsoft.com/office/drawing/2014/main" id="{0886E180-B282-4838-8080-55C02F65B871}"/>
                </a:ext>
              </a:extLst>
            </p:cNvPr>
            <p:cNvCxnSpPr>
              <a:cxnSpLocks/>
            </p:cNvCxnSpPr>
            <p:nvPr/>
          </p:nvCxnSpPr>
          <p:spPr>
            <a:xfrm>
              <a:off x="3204210" y="6256331"/>
              <a:ext cx="2043139"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9752CA5-0282-44E2-9B66-A7FB82DFB592}"/>
                </a:ext>
              </a:extLst>
            </p:cNvPr>
            <p:cNvCxnSpPr>
              <a:cxnSpLocks/>
            </p:cNvCxnSpPr>
            <p:nvPr/>
          </p:nvCxnSpPr>
          <p:spPr>
            <a:xfrm>
              <a:off x="5247349" y="6256331"/>
              <a:ext cx="2025960"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96A0A6F0-25C5-41EB-9B63-E415D8254065}"/>
                </a:ext>
              </a:extLst>
            </p:cNvPr>
            <p:cNvSpPr txBox="1"/>
            <p:nvPr/>
          </p:nvSpPr>
          <p:spPr>
            <a:xfrm>
              <a:off x="4923822" y="6358199"/>
              <a:ext cx="647053" cy="369332"/>
            </a:xfrm>
            <a:prstGeom prst="rect">
              <a:avLst/>
            </a:prstGeom>
            <a:noFill/>
          </p:spPr>
          <p:txBody>
            <a:bodyPr wrap="square" rtlCol="0">
              <a:spAutoFit/>
            </a:bodyPr>
            <a:lstStyle/>
            <a:p>
              <a:r>
                <a:rPr lang="zh-TW" altLang="en-US" dirty="0">
                  <a:latin typeface="標楷體" panose="03000509000000000000" pitchFamily="65" charset="-120"/>
                  <a:ea typeface="標楷體" panose="03000509000000000000" pitchFamily="65" charset="-120"/>
                </a:rPr>
                <a:t>等長</a:t>
              </a:r>
            </a:p>
          </p:txBody>
        </p:sp>
      </p:grpSp>
      <p:sp>
        <p:nvSpPr>
          <p:cNvPr id="2" name="標題 1">
            <a:extLst>
              <a:ext uri="{FF2B5EF4-FFF2-40B4-BE49-F238E27FC236}">
                <a16:creationId xmlns:a16="http://schemas.microsoft.com/office/drawing/2014/main" id="{BEAD03F2-0F0D-4BEE-81A0-2E04242FE88F}"/>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Future Work</a:t>
            </a:r>
            <a:endParaRPr lang="zh-TW" altLang="en-US" b="1" dirty="0"/>
          </a:p>
        </p:txBody>
      </p:sp>
      <p:pic>
        <p:nvPicPr>
          <p:cNvPr id="4" name="圖片 3">
            <a:extLst>
              <a:ext uri="{FF2B5EF4-FFF2-40B4-BE49-F238E27FC236}">
                <a16:creationId xmlns:a16="http://schemas.microsoft.com/office/drawing/2014/main" id="{D6A505E0-3F6A-4B6F-A982-C34502C9A2A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518307E0-3235-45EE-9BB6-66C06967B9A1}"/>
              </a:ext>
            </a:extLst>
          </p:cNvPr>
          <p:cNvSpPr txBox="1">
            <a:spLocks/>
          </p:cNvSpPr>
          <p:nvPr/>
        </p:nvSpPr>
        <p:spPr>
          <a:xfrm>
            <a:off x="358346" y="2004010"/>
            <a:ext cx="3143627" cy="11603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Time delay</a:t>
            </a:r>
          </a:p>
          <a:p>
            <a:r>
              <a:rPr lang="en-US" altLang="zh-TW" sz="2400" dirty="0">
                <a:latin typeface="Times New Roman" panose="02020603050405020304" pitchFamily="18" charset="0"/>
                <a:cs typeface="Times New Roman" panose="02020603050405020304" pitchFamily="18" charset="0"/>
              </a:rPr>
              <a:t>Wavelength shifting</a:t>
            </a:r>
            <a:endParaRPr lang="zh-TW" altLang="en-US" sz="2400" dirty="0">
              <a:latin typeface="Times New Roman" panose="02020603050405020304" pitchFamily="18" charset="0"/>
              <a:cs typeface="Times New Roman" panose="02020603050405020304" pitchFamily="18" charset="0"/>
            </a:endParaRPr>
          </a:p>
        </p:txBody>
      </p:sp>
      <p:sp>
        <p:nvSpPr>
          <p:cNvPr id="16" name="內容版面配置區 2">
            <a:extLst>
              <a:ext uri="{FF2B5EF4-FFF2-40B4-BE49-F238E27FC236}">
                <a16:creationId xmlns:a16="http://schemas.microsoft.com/office/drawing/2014/main" id="{CFC11D0B-B611-4F4D-958E-D2B0EC333E2C}"/>
              </a:ext>
            </a:extLst>
          </p:cNvPr>
          <p:cNvSpPr txBox="1">
            <a:spLocks/>
          </p:cNvSpPr>
          <p:nvPr/>
        </p:nvSpPr>
        <p:spPr>
          <a:xfrm>
            <a:off x="358346" y="1342249"/>
            <a:ext cx="2141492" cy="6617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TW" sz="3600" dirty="0">
                <a:solidFill>
                  <a:srgbClr val="FF0000"/>
                </a:solidFill>
                <a:latin typeface="Times New Roman" panose="02020603050405020304" pitchFamily="18" charset="0"/>
                <a:cs typeface="Times New Roman" panose="02020603050405020304" pitchFamily="18" charset="0"/>
              </a:rPr>
              <a:t>Problems</a:t>
            </a:r>
            <a:endParaRPr lang="zh-TW" altLang="en-US" sz="3600" dirty="0">
              <a:solidFill>
                <a:srgbClr val="FF0000"/>
              </a:solidFill>
              <a:latin typeface="Times New Roman" panose="02020603050405020304" pitchFamily="18" charset="0"/>
              <a:cs typeface="Times New Roman" panose="02020603050405020304" pitchFamily="18" charset="0"/>
            </a:endParaRPr>
          </a:p>
        </p:txBody>
      </p:sp>
      <p:sp>
        <p:nvSpPr>
          <p:cNvPr id="3" name="箭號: 向下 2">
            <a:extLst>
              <a:ext uri="{FF2B5EF4-FFF2-40B4-BE49-F238E27FC236}">
                <a16:creationId xmlns:a16="http://schemas.microsoft.com/office/drawing/2014/main" id="{5F95A07D-0412-4F56-99EC-5D94A72D04CA}"/>
              </a:ext>
            </a:extLst>
          </p:cNvPr>
          <p:cNvSpPr/>
          <p:nvPr/>
        </p:nvSpPr>
        <p:spPr>
          <a:xfrm rot="16200000">
            <a:off x="3688620" y="1155603"/>
            <a:ext cx="627018" cy="1000311"/>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noFill/>
            </a:endParaRPr>
          </a:p>
        </p:txBody>
      </p:sp>
      <p:sp>
        <p:nvSpPr>
          <p:cNvPr id="17" name="內容版面配置區 2">
            <a:extLst>
              <a:ext uri="{FF2B5EF4-FFF2-40B4-BE49-F238E27FC236}">
                <a16:creationId xmlns:a16="http://schemas.microsoft.com/office/drawing/2014/main" id="{1B978E4C-4937-4679-99A2-24E8476E6A02}"/>
              </a:ext>
            </a:extLst>
          </p:cNvPr>
          <p:cNvSpPr txBox="1">
            <a:spLocks/>
          </p:cNvSpPr>
          <p:nvPr/>
        </p:nvSpPr>
        <p:spPr>
          <a:xfrm>
            <a:off x="4878341" y="1342249"/>
            <a:ext cx="1819798" cy="6617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TW" sz="3600" dirty="0">
                <a:solidFill>
                  <a:srgbClr val="FF0000"/>
                </a:solidFill>
                <a:latin typeface="Times New Roman" panose="02020603050405020304" pitchFamily="18" charset="0"/>
                <a:cs typeface="Times New Roman" panose="02020603050405020304" pitchFamily="18" charset="0"/>
              </a:rPr>
              <a:t>Solution</a:t>
            </a:r>
            <a:endParaRPr lang="zh-TW" altLang="en-US" sz="3600" dirty="0">
              <a:solidFill>
                <a:srgbClr val="FF0000"/>
              </a:solidFill>
              <a:latin typeface="Times New Roman" panose="02020603050405020304" pitchFamily="18" charset="0"/>
              <a:cs typeface="Times New Roman" panose="02020603050405020304" pitchFamily="18" charset="0"/>
            </a:endParaRPr>
          </a:p>
        </p:txBody>
      </p:sp>
      <p:sp>
        <p:nvSpPr>
          <p:cNvPr id="18" name="內容版面配置區 2">
            <a:extLst>
              <a:ext uri="{FF2B5EF4-FFF2-40B4-BE49-F238E27FC236}">
                <a16:creationId xmlns:a16="http://schemas.microsoft.com/office/drawing/2014/main" id="{E6A11FA8-A610-4781-8E1C-5A308618F657}"/>
              </a:ext>
            </a:extLst>
          </p:cNvPr>
          <p:cNvSpPr txBox="1">
            <a:spLocks/>
          </p:cNvSpPr>
          <p:nvPr/>
        </p:nvSpPr>
        <p:spPr>
          <a:xfrm>
            <a:off x="4878341" y="2004009"/>
            <a:ext cx="3907313" cy="9408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Electro-optic Polarization Mode Converter (EOPMC)</a:t>
            </a:r>
            <a:endParaRPr lang="zh-TW" altLang="en-US" sz="2400" dirty="0">
              <a:latin typeface="Times New Roman" panose="02020603050405020304" pitchFamily="18" charset="0"/>
              <a:cs typeface="Times New Roman" panose="02020603050405020304" pitchFamily="18" charset="0"/>
            </a:endParaRPr>
          </a:p>
        </p:txBody>
      </p:sp>
      <p:grpSp>
        <p:nvGrpSpPr>
          <p:cNvPr id="747" name="群組 746">
            <a:extLst>
              <a:ext uri="{FF2B5EF4-FFF2-40B4-BE49-F238E27FC236}">
                <a16:creationId xmlns:a16="http://schemas.microsoft.com/office/drawing/2014/main" id="{5F2FEFCD-E913-4049-B822-8DB1186C36A7}"/>
              </a:ext>
            </a:extLst>
          </p:cNvPr>
          <p:cNvGrpSpPr/>
          <p:nvPr/>
        </p:nvGrpSpPr>
        <p:grpSpPr>
          <a:xfrm>
            <a:off x="1698416" y="2926363"/>
            <a:ext cx="6037995" cy="3811038"/>
            <a:chOff x="1528353" y="2625634"/>
            <a:chExt cx="6037995" cy="3811038"/>
          </a:xfrm>
        </p:grpSpPr>
        <p:grpSp>
          <p:nvGrpSpPr>
            <p:cNvPr id="748" name="群組 747">
              <a:extLst>
                <a:ext uri="{FF2B5EF4-FFF2-40B4-BE49-F238E27FC236}">
                  <a16:creationId xmlns:a16="http://schemas.microsoft.com/office/drawing/2014/main" id="{949532DC-F0B3-4484-A7B6-32EAE8F77078}"/>
                </a:ext>
              </a:extLst>
            </p:cNvPr>
            <p:cNvGrpSpPr/>
            <p:nvPr/>
          </p:nvGrpSpPr>
          <p:grpSpPr>
            <a:xfrm>
              <a:off x="1528353" y="2625634"/>
              <a:ext cx="5199017" cy="2063932"/>
              <a:chOff x="5193425" y="1853513"/>
              <a:chExt cx="3678726" cy="1511644"/>
            </a:xfrm>
          </p:grpSpPr>
          <p:grpSp>
            <p:nvGrpSpPr>
              <p:cNvPr id="755" name="群組 754">
                <a:extLst>
                  <a:ext uri="{FF2B5EF4-FFF2-40B4-BE49-F238E27FC236}">
                    <a16:creationId xmlns:a16="http://schemas.microsoft.com/office/drawing/2014/main" id="{BDA5C39C-CADA-494D-899A-1E382E044C7C}"/>
                  </a:ext>
                </a:extLst>
              </p:cNvPr>
              <p:cNvGrpSpPr/>
              <p:nvPr/>
            </p:nvGrpSpPr>
            <p:grpSpPr>
              <a:xfrm>
                <a:off x="5193425" y="1876308"/>
                <a:ext cx="3642428" cy="1413258"/>
                <a:chOff x="2872703" y="2265326"/>
                <a:chExt cx="6453352" cy="2170611"/>
              </a:xfrm>
            </p:grpSpPr>
            <p:sp>
              <p:nvSpPr>
                <p:cNvPr id="759" name="矩形 758">
                  <a:extLst>
                    <a:ext uri="{FF2B5EF4-FFF2-40B4-BE49-F238E27FC236}">
                      <a16:creationId xmlns:a16="http://schemas.microsoft.com/office/drawing/2014/main" id="{3391A74C-448C-4DC6-BE14-3555D693B36D}"/>
                    </a:ext>
                  </a:extLst>
                </p:cNvPr>
                <p:cNvSpPr/>
                <p:nvPr/>
              </p:nvSpPr>
              <p:spPr>
                <a:xfrm>
                  <a:off x="2872703" y="2265326"/>
                  <a:ext cx="6446594" cy="2144944"/>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60" name="直線接點 759">
                  <a:extLst>
                    <a:ext uri="{FF2B5EF4-FFF2-40B4-BE49-F238E27FC236}">
                      <a16:creationId xmlns:a16="http://schemas.microsoft.com/office/drawing/2014/main" id="{8F761784-FAE1-47D7-8BC7-9147A09EE328}"/>
                    </a:ext>
                  </a:extLst>
                </p:cNvPr>
                <p:cNvCxnSpPr/>
                <p:nvPr/>
              </p:nvCxnSpPr>
              <p:spPr>
                <a:xfrm>
                  <a:off x="2878923" y="2925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1" name="直線接點 760">
                  <a:extLst>
                    <a:ext uri="{FF2B5EF4-FFF2-40B4-BE49-F238E27FC236}">
                      <a16:creationId xmlns:a16="http://schemas.microsoft.com/office/drawing/2014/main" id="{A9AC65AB-68D8-401A-B34D-F9D7DA5B0AF9}"/>
                    </a:ext>
                  </a:extLst>
                </p:cNvPr>
                <p:cNvCxnSpPr/>
                <p:nvPr/>
              </p:nvCxnSpPr>
              <p:spPr>
                <a:xfrm>
                  <a:off x="2878923" y="3069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2" name="直線接點 761">
                  <a:extLst>
                    <a:ext uri="{FF2B5EF4-FFF2-40B4-BE49-F238E27FC236}">
                      <a16:creationId xmlns:a16="http://schemas.microsoft.com/office/drawing/2014/main" id="{85AE1301-D929-43C2-AB61-4434E303057D}"/>
                    </a:ext>
                  </a:extLst>
                </p:cNvPr>
                <p:cNvCxnSpPr/>
                <p:nvPr/>
              </p:nvCxnSpPr>
              <p:spPr>
                <a:xfrm>
                  <a:off x="2882043" y="3212623"/>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3" name="直線接點 762">
                  <a:extLst>
                    <a:ext uri="{FF2B5EF4-FFF2-40B4-BE49-F238E27FC236}">
                      <a16:creationId xmlns:a16="http://schemas.microsoft.com/office/drawing/2014/main" id="{2F24BB1F-7B48-4873-9A18-8B50CCCD56A3}"/>
                    </a:ext>
                  </a:extLst>
                </p:cNvPr>
                <p:cNvCxnSpPr/>
                <p:nvPr/>
              </p:nvCxnSpPr>
              <p:spPr>
                <a:xfrm>
                  <a:off x="2882043" y="33588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4" name="直線接點 763">
                  <a:extLst>
                    <a:ext uri="{FF2B5EF4-FFF2-40B4-BE49-F238E27FC236}">
                      <a16:creationId xmlns:a16="http://schemas.microsoft.com/office/drawing/2014/main" id="{E168331E-A75E-4965-B2B6-70E9119CD4CA}"/>
                    </a:ext>
                  </a:extLst>
                </p:cNvPr>
                <p:cNvCxnSpPr/>
                <p:nvPr/>
              </p:nvCxnSpPr>
              <p:spPr>
                <a:xfrm>
                  <a:off x="2875821" y="3501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5" name="直線接點 764">
                  <a:extLst>
                    <a:ext uri="{FF2B5EF4-FFF2-40B4-BE49-F238E27FC236}">
                      <a16:creationId xmlns:a16="http://schemas.microsoft.com/office/drawing/2014/main" id="{C08CFFFE-1575-46C3-98A3-A1F71C93C684}"/>
                    </a:ext>
                  </a:extLst>
                </p:cNvPr>
                <p:cNvCxnSpPr/>
                <p:nvPr/>
              </p:nvCxnSpPr>
              <p:spPr>
                <a:xfrm>
                  <a:off x="2875821" y="3645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6" name="直線接點 765">
                  <a:extLst>
                    <a:ext uri="{FF2B5EF4-FFF2-40B4-BE49-F238E27FC236}">
                      <a16:creationId xmlns:a16="http://schemas.microsoft.com/office/drawing/2014/main" id="{B45EAE70-9D65-4E3A-8F00-0BD9593FBC33}"/>
                    </a:ext>
                  </a:extLst>
                </p:cNvPr>
                <p:cNvCxnSpPr/>
                <p:nvPr/>
              </p:nvCxnSpPr>
              <p:spPr>
                <a:xfrm>
                  <a:off x="2878941" y="3789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7" name="直線接點 766">
                  <a:extLst>
                    <a:ext uri="{FF2B5EF4-FFF2-40B4-BE49-F238E27FC236}">
                      <a16:creationId xmlns:a16="http://schemas.microsoft.com/office/drawing/2014/main" id="{01F7D95B-C1DE-4556-A78C-1186565B9FC9}"/>
                    </a:ext>
                  </a:extLst>
                </p:cNvPr>
                <p:cNvCxnSpPr/>
                <p:nvPr/>
              </p:nvCxnSpPr>
              <p:spPr>
                <a:xfrm>
                  <a:off x="2878941" y="3933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8" name="直線接點 767">
                  <a:extLst>
                    <a:ext uri="{FF2B5EF4-FFF2-40B4-BE49-F238E27FC236}">
                      <a16:creationId xmlns:a16="http://schemas.microsoft.com/office/drawing/2014/main" id="{68A8A701-6DC5-4C5C-81C8-63823A4FEE74}"/>
                    </a:ext>
                  </a:extLst>
                </p:cNvPr>
                <p:cNvCxnSpPr/>
                <p:nvPr/>
              </p:nvCxnSpPr>
              <p:spPr>
                <a:xfrm>
                  <a:off x="2872715" y="4077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9" name="直線接點 768">
                  <a:extLst>
                    <a:ext uri="{FF2B5EF4-FFF2-40B4-BE49-F238E27FC236}">
                      <a16:creationId xmlns:a16="http://schemas.microsoft.com/office/drawing/2014/main" id="{079E4146-625C-43E1-BEA2-9EEBFADC8E16}"/>
                    </a:ext>
                  </a:extLst>
                </p:cNvPr>
                <p:cNvCxnSpPr/>
                <p:nvPr/>
              </p:nvCxnSpPr>
              <p:spPr>
                <a:xfrm>
                  <a:off x="2882055" y="4221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70" name="直線接點 769">
                  <a:extLst>
                    <a:ext uri="{FF2B5EF4-FFF2-40B4-BE49-F238E27FC236}">
                      <a16:creationId xmlns:a16="http://schemas.microsoft.com/office/drawing/2014/main" id="{CA182340-94E8-41D3-B86F-A053E6BBA637}"/>
                    </a:ext>
                  </a:extLst>
                </p:cNvPr>
                <p:cNvCxnSpPr/>
                <p:nvPr/>
              </p:nvCxnSpPr>
              <p:spPr>
                <a:xfrm>
                  <a:off x="2882055" y="4365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71" name="直線接點 770">
                  <a:extLst>
                    <a:ext uri="{FF2B5EF4-FFF2-40B4-BE49-F238E27FC236}">
                      <a16:creationId xmlns:a16="http://schemas.microsoft.com/office/drawing/2014/main" id="{9CB44365-C03C-468C-8A14-DE895D76D9AC}"/>
                    </a:ext>
                  </a:extLst>
                </p:cNvPr>
                <p:cNvCxnSpPr/>
                <p:nvPr/>
              </p:nvCxnSpPr>
              <p:spPr>
                <a:xfrm>
                  <a:off x="2878923" y="2493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72" name="直線接點 771">
                  <a:extLst>
                    <a:ext uri="{FF2B5EF4-FFF2-40B4-BE49-F238E27FC236}">
                      <a16:creationId xmlns:a16="http://schemas.microsoft.com/office/drawing/2014/main" id="{148DE4E5-CBDA-4A89-AC96-7BE34C0982DF}"/>
                    </a:ext>
                  </a:extLst>
                </p:cNvPr>
                <p:cNvCxnSpPr/>
                <p:nvPr/>
              </p:nvCxnSpPr>
              <p:spPr>
                <a:xfrm>
                  <a:off x="2878923" y="2637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773" name="直線接點 772">
                  <a:extLst>
                    <a:ext uri="{FF2B5EF4-FFF2-40B4-BE49-F238E27FC236}">
                      <a16:creationId xmlns:a16="http://schemas.microsoft.com/office/drawing/2014/main" id="{0C2730C8-CFC5-4F0D-A76E-6D4287BCC8DC}"/>
                    </a:ext>
                  </a:extLst>
                </p:cNvPr>
                <p:cNvCxnSpPr/>
                <p:nvPr/>
              </p:nvCxnSpPr>
              <p:spPr>
                <a:xfrm>
                  <a:off x="2882043" y="2781202"/>
                  <a:ext cx="64440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nvGrpSpPr>
                <p:cNvPr id="774" name="群組 773">
                  <a:extLst>
                    <a:ext uri="{FF2B5EF4-FFF2-40B4-BE49-F238E27FC236}">
                      <a16:creationId xmlns:a16="http://schemas.microsoft.com/office/drawing/2014/main" id="{1ED88B1D-654D-4978-9CA2-42B987F285BE}"/>
                    </a:ext>
                  </a:extLst>
                </p:cNvPr>
                <p:cNvGrpSpPr/>
                <p:nvPr/>
              </p:nvGrpSpPr>
              <p:grpSpPr>
                <a:xfrm>
                  <a:off x="3513163" y="2446155"/>
                  <a:ext cx="2172650" cy="93211"/>
                  <a:chOff x="3513163" y="2446155"/>
                  <a:chExt cx="2172650" cy="93211"/>
                </a:xfrm>
              </p:grpSpPr>
              <p:sp>
                <p:nvSpPr>
                  <p:cNvPr id="1451" name="矩形: 圓角 1450">
                    <a:extLst>
                      <a:ext uri="{FF2B5EF4-FFF2-40B4-BE49-F238E27FC236}">
                        <a16:creationId xmlns:a16="http://schemas.microsoft.com/office/drawing/2014/main" id="{899D84A8-8165-40C0-8F47-7761755B868A}"/>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2" name="矩形: 圓角 1451">
                    <a:extLst>
                      <a:ext uri="{FF2B5EF4-FFF2-40B4-BE49-F238E27FC236}">
                        <a16:creationId xmlns:a16="http://schemas.microsoft.com/office/drawing/2014/main" id="{98C36D6E-8EA2-4D1A-AAEA-ED9B607BB3E6}"/>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3" name="矩形: 圓角 1452">
                    <a:extLst>
                      <a:ext uri="{FF2B5EF4-FFF2-40B4-BE49-F238E27FC236}">
                        <a16:creationId xmlns:a16="http://schemas.microsoft.com/office/drawing/2014/main" id="{716E3F72-86B7-44E0-8584-A20998553CCE}"/>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4" name="矩形: 圓角 1453">
                    <a:extLst>
                      <a:ext uri="{FF2B5EF4-FFF2-40B4-BE49-F238E27FC236}">
                        <a16:creationId xmlns:a16="http://schemas.microsoft.com/office/drawing/2014/main" id="{BA28E804-C36D-4987-B7FA-AC83E52455EA}"/>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5" name="矩形: 圓角 1454">
                    <a:extLst>
                      <a:ext uri="{FF2B5EF4-FFF2-40B4-BE49-F238E27FC236}">
                        <a16:creationId xmlns:a16="http://schemas.microsoft.com/office/drawing/2014/main" id="{D08FDBE3-9405-4AD3-BB3D-393119ACAE88}"/>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6" name="矩形: 圓角 1455">
                    <a:extLst>
                      <a:ext uri="{FF2B5EF4-FFF2-40B4-BE49-F238E27FC236}">
                        <a16:creationId xmlns:a16="http://schemas.microsoft.com/office/drawing/2014/main" id="{4636E366-B213-46E0-BE2C-DDD7AC6195A0}"/>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7" name="矩形: 圓角 1456">
                    <a:extLst>
                      <a:ext uri="{FF2B5EF4-FFF2-40B4-BE49-F238E27FC236}">
                        <a16:creationId xmlns:a16="http://schemas.microsoft.com/office/drawing/2014/main" id="{442A8BD0-2299-4991-B32F-C09D5E572E7D}"/>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8" name="矩形: 圓角 1457">
                    <a:extLst>
                      <a:ext uri="{FF2B5EF4-FFF2-40B4-BE49-F238E27FC236}">
                        <a16:creationId xmlns:a16="http://schemas.microsoft.com/office/drawing/2014/main" id="{5274D985-CCA9-4DBE-9173-15985754D958}"/>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9" name="矩形: 圓角 1458">
                    <a:extLst>
                      <a:ext uri="{FF2B5EF4-FFF2-40B4-BE49-F238E27FC236}">
                        <a16:creationId xmlns:a16="http://schemas.microsoft.com/office/drawing/2014/main" id="{0CF5BDC7-CDF6-4ABF-BCDF-71CF37360D1D}"/>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0" name="矩形: 圓角 1459">
                    <a:extLst>
                      <a:ext uri="{FF2B5EF4-FFF2-40B4-BE49-F238E27FC236}">
                        <a16:creationId xmlns:a16="http://schemas.microsoft.com/office/drawing/2014/main" id="{7C7314F0-F4B1-40F5-BB32-5D5F648DABE2}"/>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1" name="矩形: 圓角 1460">
                    <a:extLst>
                      <a:ext uri="{FF2B5EF4-FFF2-40B4-BE49-F238E27FC236}">
                        <a16:creationId xmlns:a16="http://schemas.microsoft.com/office/drawing/2014/main" id="{52A86D65-83D0-4156-BAB8-66C5A9884E20}"/>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2" name="矩形: 圓角 1461">
                    <a:extLst>
                      <a:ext uri="{FF2B5EF4-FFF2-40B4-BE49-F238E27FC236}">
                        <a16:creationId xmlns:a16="http://schemas.microsoft.com/office/drawing/2014/main" id="{800C8889-B1B7-4993-8DD4-57594FD4F388}"/>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3" name="矩形: 圓角 1462">
                    <a:extLst>
                      <a:ext uri="{FF2B5EF4-FFF2-40B4-BE49-F238E27FC236}">
                        <a16:creationId xmlns:a16="http://schemas.microsoft.com/office/drawing/2014/main" id="{BD42BF48-CD70-4BB7-97C2-362A228D1835}"/>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4" name="矩形: 圓角 1463">
                    <a:extLst>
                      <a:ext uri="{FF2B5EF4-FFF2-40B4-BE49-F238E27FC236}">
                        <a16:creationId xmlns:a16="http://schemas.microsoft.com/office/drawing/2014/main" id="{D15037B1-104C-4952-A0E1-8459E4E01720}"/>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5" name="矩形: 圓角 1464">
                    <a:extLst>
                      <a:ext uri="{FF2B5EF4-FFF2-40B4-BE49-F238E27FC236}">
                        <a16:creationId xmlns:a16="http://schemas.microsoft.com/office/drawing/2014/main" id="{CF5264C2-C6C1-4CDE-8137-314511DA621B}"/>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6" name="矩形: 圓角 1465">
                    <a:extLst>
                      <a:ext uri="{FF2B5EF4-FFF2-40B4-BE49-F238E27FC236}">
                        <a16:creationId xmlns:a16="http://schemas.microsoft.com/office/drawing/2014/main" id="{916F840B-5AEB-40F5-BFA0-646BD45F4BB5}"/>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7" name="矩形: 圓角 1466">
                    <a:extLst>
                      <a:ext uri="{FF2B5EF4-FFF2-40B4-BE49-F238E27FC236}">
                        <a16:creationId xmlns:a16="http://schemas.microsoft.com/office/drawing/2014/main" id="{2C85C780-423D-4E01-8636-871CD68CE195}"/>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8" name="矩形: 圓角 1467">
                    <a:extLst>
                      <a:ext uri="{FF2B5EF4-FFF2-40B4-BE49-F238E27FC236}">
                        <a16:creationId xmlns:a16="http://schemas.microsoft.com/office/drawing/2014/main" id="{790EBEF4-0628-4E38-A4C9-09F928649284}"/>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9" name="矩形: 圓角 1468">
                    <a:extLst>
                      <a:ext uri="{FF2B5EF4-FFF2-40B4-BE49-F238E27FC236}">
                        <a16:creationId xmlns:a16="http://schemas.microsoft.com/office/drawing/2014/main" id="{9026CF68-171B-4F77-B34C-FD1A58F9A0A6}"/>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70" name="矩形: 圓角 1469">
                    <a:extLst>
                      <a:ext uri="{FF2B5EF4-FFF2-40B4-BE49-F238E27FC236}">
                        <a16:creationId xmlns:a16="http://schemas.microsoft.com/office/drawing/2014/main" id="{057BBB92-7BAF-4AD7-94CE-442807B8CFDE}"/>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75" name="群組 774">
                  <a:extLst>
                    <a:ext uri="{FF2B5EF4-FFF2-40B4-BE49-F238E27FC236}">
                      <a16:creationId xmlns:a16="http://schemas.microsoft.com/office/drawing/2014/main" id="{E1A8952B-2E18-48FF-B711-25A227A36B38}"/>
                    </a:ext>
                  </a:extLst>
                </p:cNvPr>
                <p:cNvGrpSpPr/>
                <p:nvPr/>
              </p:nvGrpSpPr>
              <p:grpSpPr>
                <a:xfrm>
                  <a:off x="6220937" y="2442663"/>
                  <a:ext cx="2172650" cy="93211"/>
                  <a:chOff x="3513163" y="2446155"/>
                  <a:chExt cx="2172650" cy="93211"/>
                </a:xfrm>
              </p:grpSpPr>
              <p:sp>
                <p:nvSpPr>
                  <p:cNvPr id="1431" name="矩形: 圓角 1430">
                    <a:extLst>
                      <a:ext uri="{FF2B5EF4-FFF2-40B4-BE49-F238E27FC236}">
                        <a16:creationId xmlns:a16="http://schemas.microsoft.com/office/drawing/2014/main" id="{5D1C7F74-731C-48E5-AB07-DDBC064B1446}"/>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2" name="矩形: 圓角 1431">
                    <a:extLst>
                      <a:ext uri="{FF2B5EF4-FFF2-40B4-BE49-F238E27FC236}">
                        <a16:creationId xmlns:a16="http://schemas.microsoft.com/office/drawing/2014/main" id="{A809EBAF-EE7D-42CD-9143-89B8A5F80EBD}"/>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3" name="矩形: 圓角 1432">
                    <a:extLst>
                      <a:ext uri="{FF2B5EF4-FFF2-40B4-BE49-F238E27FC236}">
                        <a16:creationId xmlns:a16="http://schemas.microsoft.com/office/drawing/2014/main" id="{13F26214-32B4-4BD7-B925-D0A9B0B015A1}"/>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4" name="矩形: 圓角 1433">
                    <a:extLst>
                      <a:ext uri="{FF2B5EF4-FFF2-40B4-BE49-F238E27FC236}">
                        <a16:creationId xmlns:a16="http://schemas.microsoft.com/office/drawing/2014/main" id="{34C38572-59B6-4AF2-9F48-C70A26CA90A6}"/>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5" name="矩形: 圓角 1434">
                    <a:extLst>
                      <a:ext uri="{FF2B5EF4-FFF2-40B4-BE49-F238E27FC236}">
                        <a16:creationId xmlns:a16="http://schemas.microsoft.com/office/drawing/2014/main" id="{FE1F5563-0B95-4CF2-B9C6-B95F19F78239}"/>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6" name="矩形: 圓角 1435">
                    <a:extLst>
                      <a:ext uri="{FF2B5EF4-FFF2-40B4-BE49-F238E27FC236}">
                        <a16:creationId xmlns:a16="http://schemas.microsoft.com/office/drawing/2014/main" id="{950B251B-2A6C-4F53-BD42-E662EFB352C3}"/>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7" name="矩形: 圓角 1436">
                    <a:extLst>
                      <a:ext uri="{FF2B5EF4-FFF2-40B4-BE49-F238E27FC236}">
                        <a16:creationId xmlns:a16="http://schemas.microsoft.com/office/drawing/2014/main" id="{C0FC08E0-CA7C-4B55-8641-3075FD30BA7E}"/>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8" name="矩形: 圓角 1437">
                    <a:extLst>
                      <a:ext uri="{FF2B5EF4-FFF2-40B4-BE49-F238E27FC236}">
                        <a16:creationId xmlns:a16="http://schemas.microsoft.com/office/drawing/2014/main" id="{3940FCFB-702F-4042-AB21-F4FD710CE803}"/>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9" name="矩形: 圓角 1438">
                    <a:extLst>
                      <a:ext uri="{FF2B5EF4-FFF2-40B4-BE49-F238E27FC236}">
                        <a16:creationId xmlns:a16="http://schemas.microsoft.com/office/drawing/2014/main" id="{61E0B7D8-EFAF-4ABD-A9BA-E1D996577681}"/>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0" name="矩形: 圓角 1439">
                    <a:extLst>
                      <a:ext uri="{FF2B5EF4-FFF2-40B4-BE49-F238E27FC236}">
                        <a16:creationId xmlns:a16="http://schemas.microsoft.com/office/drawing/2014/main" id="{72FA15F2-BDDB-48E2-8CD0-29AF0A5F9F26}"/>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1" name="矩形: 圓角 1440">
                    <a:extLst>
                      <a:ext uri="{FF2B5EF4-FFF2-40B4-BE49-F238E27FC236}">
                        <a16:creationId xmlns:a16="http://schemas.microsoft.com/office/drawing/2014/main" id="{2E4B7FE8-5F78-49C2-BA23-D4AF7CA6747F}"/>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2" name="矩形: 圓角 1441">
                    <a:extLst>
                      <a:ext uri="{FF2B5EF4-FFF2-40B4-BE49-F238E27FC236}">
                        <a16:creationId xmlns:a16="http://schemas.microsoft.com/office/drawing/2014/main" id="{0E8B2A0D-B75B-483C-975E-453C636E31E0}"/>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3" name="矩形: 圓角 1442">
                    <a:extLst>
                      <a:ext uri="{FF2B5EF4-FFF2-40B4-BE49-F238E27FC236}">
                        <a16:creationId xmlns:a16="http://schemas.microsoft.com/office/drawing/2014/main" id="{06DA5021-821E-437D-A092-B5A1895C221E}"/>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4" name="矩形: 圓角 1443">
                    <a:extLst>
                      <a:ext uri="{FF2B5EF4-FFF2-40B4-BE49-F238E27FC236}">
                        <a16:creationId xmlns:a16="http://schemas.microsoft.com/office/drawing/2014/main" id="{EC9CEC49-030A-4824-B3F6-89DBD6D6356A}"/>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5" name="矩形: 圓角 1444">
                    <a:extLst>
                      <a:ext uri="{FF2B5EF4-FFF2-40B4-BE49-F238E27FC236}">
                        <a16:creationId xmlns:a16="http://schemas.microsoft.com/office/drawing/2014/main" id="{13A8F1FF-D958-4C10-83E8-2B2C2D1F502D}"/>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6" name="矩形: 圓角 1445">
                    <a:extLst>
                      <a:ext uri="{FF2B5EF4-FFF2-40B4-BE49-F238E27FC236}">
                        <a16:creationId xmlns:a16="http://schemas.microsoft.com/office/drawing/2014/main" id="{C1DC930B-E4E2-41A3-8088-6E1C1755E347}"/>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7" name="矩形: 圓角 1446">
                    <a:extLst>
                      <a:ext uri="{FF2B5EF4-FFF2-40B4-BE49-F238E27FC236}">
                        <a16:creationId xmlns:a16="http://schemas.microsoft.com/office/drawing/2014/main" id="{74EDE7B8-A45C-4F7E-B5AC-38E46BDD633F}"/>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8" name="矩形: 圓角 1447">
                    <a:extLst>
                      <a:ext uri="{FF2B5EF4-FFF2-40B4-BE49-F238E27FC236}">
                        <a16:creationId xmlns:a16="http://schemas.microsoft.com/office/drawing/2014/main" id="{F87B9190-98EE-4A6E-9642-031580A60311}"/>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49" name="矩形: 圓角 1448">
                    <a:extLst>
                      <a:ext uri="{FF2B5EF4-FFF2-40B4-BE49-F238E27FC236}">
                        <a16:creationId xmlns:a16="http://schemas.microsoft.com/office/drawing/2014/main" id="{E7998B2D-DD71-4CBE-9DA9-734B760855FC}"/>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50" name="矩形: 圓角 1449">
                    <a:extLst>
                      <a:ext uri="{FF2B5EF4-FFF2-40B4-BE49-F238E27FC236}">
                        <a16:creationId xmlns:a16="http://schemas.microsoft.com/office/drawing/2014/main" id="{9569F1A5-3BFC-4CBF-9D8E-37833D31F0CC}"/>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76" name="群組 775">
                  <a:extLst>
                    <a:ext uri="{FF2B5EF4-FFF2-40B4-BE49-F238E27FC236}">
                      <a16:creationId xmlns:a16="http://schemas.microsoft.com/office/drawing/2014/main" id="{320F3350-26B4-485D-B919-BD797D8D25B7}"/>
                    </a:ext>
                  </a:extLst>
                </p:cNvPr>
                <p:cNvGrpSpPr/>
                <p:nvPr/>
              </p:nvGrpSpPr>
              <p:grpSpPr>
                <a:xfrm>
                  <a:off x="3513163" y="2595164"/>
                  <a:ext cx="2172650" cy="93211"/>
                  <a:chOff x="3513163" y="2446155"/>
                  <a:chExt cx="2172650" cy="93211"/>
                </a:xfrm>
              </p:grpSpPr>
              <p:sp>
                <p:nvSpPr>
                  <p:cNvPr id="1411" name="矩形: 圓角 1410">
                    <a:extLst>
                      <a:ext uri="{FF2B5EF4-FFF2-40B4-BE49-F238E27FC236}">
                        <a16:creationId xmlns:a16="http://schemas.microsoft.com/office/drawing/2014/main" id="{D5469373-26F8-4DC9-A40D-E358983F8FFA}"/>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2" name="矩形: 圓角 1411">
                    <a:extLst>
                      <a:ext uri="{FF2B5EF4-FFF2-40B4-BE49-F238E27FC236}">
                        <a16:creationId xmlns:a16="http://schemas.microsoft.com/office/drawing/2014/main" id="{B5F0DF18-29A8-4EF3-9811-F98892ED1007}"/>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3" name="矩形: 圓角 1412">
                    <a:extLst>
                      <a:ext uri="{FF2B5EF4-FFF2-40B4-BE49-F238E27FC236}">
                        <a16:creationId xmlns:a16="http://schemas.microsoft.com/office/drawing/2014/main" id="{90CFFA40-E937-45C4-928E-5E74C915A706}"/>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4" name="矩形: 圓角 1413">
                    <a:extLst>
                      <a:ext uri="{FF2B5EF4-FFF2-40B4-BE49-F238E27FC236}">
                        <a16:creationId xmlns:a16="http://schemas.microsoft.com/office/drawing/2014/main" id="{3ED5B284-9AA3-4964-B2DD-15899EEC748F}"/>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5" name="矩形: 圓角 1414">
                    <a:extLst>
                      <a:ext uri="{FF2B5EF4-FFF2-40B4-BE49-F238E27FC236}">
                        <a16:creationId xmlns:a16="http://schemas.microsoft.com/office/drawing/2014/main" id="{CE02055A-3CBB-4716-A57C-0F46118850EB}"/>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6" name="矩形: 圓角 1415">
                    <a:extLst>
                      <a:ext uri="{FF2B5EF4-FFF2-40B4-BE49-F238E27FC236}">
                        <a16:creationId xmlns:a16="http://schemas.microsoft.com/office/drawing/2014/main" id="{DE65535E-AE06-46E0-B989-BB7D0F2D0B7F}"/>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7" name="矩形: 圓角 1416">
                    <a:extLst>
                      <a:ext uri="{FF2B5EF4-FFF2-40B4-BE49-F238E27FC236}">
                        <a16:creationId xmlns:a16="http://schemas.microsoft.com/office/drawing/2014/main" id="{FAE2FAB5-B33A-45F0-AFFE-3DD8E4527512}"/>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8" name="矩形: 圓角 1417">
                    <a:extLst>
                      <a:ext uri="{FF2B5EF4-FFF2-40B4-BE49-F238E27FC236}">
                        <a16:creationId xmlns:a16="http://schemas.microsoft.com/office/drawing/2014/main" id="{91EC31A4-F0CA-4B61-B696-B8FD2981EB31}"/>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9" name="矩形: 圓角 1418">
                    <a:extLst>
                      <a:ext uri="{FF2B5EF4-FFF2-40B4-BE49-F238E27FC236}">
                        <a16:creationId xmlns:a16="http://schemas.microsoft.com/office/drawing/2014/main" id="{659265D5-206B-4732-AF1A-C0C856211237}"/>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0" name="矩形: 圓角 1419">
                    <a:extLst>
                      <a:ext uri="{FF2B5EF4-FFF2-40B4-BE49-F238E27FC236}">
                        <a16:creationId xmlns:a16="http://schemas.microsoft.com/office/drawing/2014/main" id="{6C576DBA-20EF-48D4-A0AE-9A6B4626095B}"/>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1" name="矩形: 圓角 1420">
                    <a:extLst>
                      <a:ext uri="{FF2B5EF4-FFF2-40B4-BE49-F238E27FC236}">
                        <a16:creationId xmlns:a16="http://schemas.microsoft.com/office/drawing/2014/main" id="{5A28BE1A-BB60-44EB-B49F-E319E9592528}"/>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2" name="矩形: 圓角 1421">
                    <a:extLst>
                      <a:ext uri="{FF2B5EF4-FFF2-40B4-BE49-F238E27FC236}">
                        <a16:creationId xmlns:a16="http://schemas.microsoft.com/office/drawing/2014/main" id="{97FCFE8B-06D2-42FD-96D6-2D5E4FE060E9}"/>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3" name="矩形: 圓角 1422">
                    <a:extLst>
                      <a:ext uri="{FF2B5EF4-FFF2-40B4-BE49-F238E27FC236}">
                        <a16:creationId xmlns:a16="http://schemas.microsoft.com/office/drawing/2014/main" id="{4EEF7371-F1E5-493E-9F5A-D1999F0186E3}"/>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4" name="矩形: 圓角 1423">
                    <a:extLst>
                      <a:ext uri="{FF2B5EF4-FFF2-40B4-BE49-F238E27FC236}">
                        <a16:creationId xmlns:a16="http://schemas.microsoft.com/office/drawing/2014/main" id="{A3E91A9A-9AEB-4372-8530-971FC4192FD1}"/>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5" name="矩形: 圓角 1424">
                    <a:extLst>
                      <a:ext uri="{FF2B5EF4-FFF2-40B4-BE49-F238E27FC236}">
                        <a16:creationId xmlns:a16="http://schemas.microsoft.com/office/drawing/2014/main" id="{E22CA1BF-E41A-4495-B6B2-BB1B6CFA3C3A}"/>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6" name="矩形: 圓角 1425">
                    <a:extLst>
                      <a:ext uri="{FF2B5EF4-FFF2-40B4-BE49-F238E27FC236}">
                        <a16:creationId xmlns:a16="http://schemas.microsoft.com/office/drawing/2014/main" id="{1DF669BE-909A-4434-B6C6-F031C96206F1}"/>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7" name="矩形: 圓角 1426">
                    <a:extLst>
                      <a:ext uri="{FF2B5EF4-FFF2-40B4-BE49-F238E27FC236}">
                        <a16:creationId xmlns:a16="http://schemas.microsoft.com/office/drawing/2014/main" id="{442C3E89-0779-41E5-95DB-8024C811BA91}"/>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8" name="矩形: 圓角 1427">
                    <a:extLst>
                      <a:ext uri="{FF2B5EF4-FFF2-40B4-BE49-F238E27FC236}">
                        <a16:creationId xmlns:a16="http://schemas.microsoft.com/office/drawing/2014/main" id="{2DB51539-5A48-44AA-9FF6-3D7AF78522E5}"/>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9" name="矩形: 圓角 1428">
                    <a:extLst>
                      <a:ext uri="{FF2B5EF4-FFF2-40B4-BE49-F238E27FC236}">
                        <a16:creationId xmlns:a16="http://schemas.microsoft.com/office/drawing/2014/main" id="{6BCB848E-2868-4EAE-A0EE-1D0CA60457EC}"/>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0" name="矩形: 圓角 1429">
                    <a:extLst>
                      <a:ext uri="{FF2B5EF4-FFF2-40B4-BE49-F238E27FC236}">
                        <a16:creationId xmlns:a16="http://schemas.microsoft.com/office/drawing/2014/main" id="{C22021D5-737A-4D65-98D8-679F7C9CFCA7}"/>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77" name="群組 776">
                  <a:extLst>
                    <a:ext uri="{FF2B5EF4-FFF2-40B4-BE49-F238E27FC236}">
                      <a16:creationId xmlns:a16="http://schemas.microsoft.com/office/drawing/2014/main" id="{2C80913D-C97B-4377-9B17-7F6CB72BC3C8}"/>
                    </a:ext>
                  </a:extLst>
                </p:cNvPr>
                <p:cNvGrpSpPr/>
                <p:nvPr/>
              </p:nvGrpSpPr>
              <p:grpSpPr>
                <a:xfrm>
                  <a:off x="6220937" y="2591672"/>
                  <a:ext cx="2172650" cy="93211"/>
                  <a:chOff x="3513163" y="2446155"/>
                  <a:chExt cx="2172650" cy="93211"/>
                </a:xfrm>
              </p:grpSpPr>
              <p:sp>
                <p:nvSpPr>
                  <p:cNvPr id="1391" name="矩形: 圓角 1390">
                    <a:extLst>
                      <a:ext uri="{FF2B5EF4-FFF2-40B4-BE49-F238E27FC236}">
                        <a16:creationId xmlns:a16="http://schemas.microsoft.com/office/drawing/2014/main" id="{F394134F-9B57-4AD5-838E-E0B2148EBCF4}"/>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2" name="矩形: 圓角 1391">
                    <a:extLst>
                      <a:ext uri="{FF2B5EF4-FFF2-40B4-BE49-F238E27FC236}">
                        <a16:creationId xmlns:a16="http://schemas.microsoft.com/office/drawing/2014/main" id="{013CD5A0-6085-439A-8D72-F8297859AEC1}"/>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3" name="矩形: 圓角 1392">
                    <a:extLst>
                      <a:ext uri="{FF2B5EF4-FFF2-40B4-BE49-F238E27FC236}">
                        <a16:creationId xmlns:a16="http://schemas.microsoft.com/office/drawing/2014/main" id="{190F6288-B16E-4023-BE57-76D0D491197A}"/>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4" name="矩形: 圓角 1393">
                    <a:extLst>
                      <a:ext uri="{FF2B5EF4-FFF2-40B4-BE49-F238E27FC236}">
                        <a16:creationId xmlns:a16="http://schemas.microsoft.com/office/drawing/2014/main" id="{45691C41-7D0D-4C91-9CCB-834C9B686614}"/>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5" name="矩形: 圓角 1394">
                    <a:extLst>
                      <a:ext uri="{FF2B5EF4-FFF2-40B4-BE49-F238E27FC236}">
                        <a16:creationId xmlns:a16="http://schemas.microsoft.com/office/drawing/2014/main" id="{F8F4CA5B-4A51-4E0C-9A41-86B796A39FF1}"/>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6" name="矩形: 圓角 1395">
                    <a:extLst>
                      <a:ext uri="{FF2B5EF4-FFF2-40B4-BE49-F238E27FC236}">
                        <a16:creationId xmlns:a16="http://schemas.microsoft.com/office/drawing/2014/main" id="{0AFC5A70-C5D3-45BC-A56E-35690EEA9BDF}"/>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7" name="矩形: 圓角 1396">
                    <a:extLst>
                      <a:ext uri="{FF2B5EF4-FFF2-40B4-BE49-F238E27FC236}">
                        <a16:creationId xmlns:a16="http://schemas.microsoft.com/office/drawing/2014/main" id="{435088CA-4AFE-4398-90D2-08D564278157}"/>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8" name="矩形: 圓角 1397">
                    <a:extLst>
                      <a:ext uri="{FF2B5EF4-FFF2-40B4-BE49-F238E27FC236}">
                        <a16:creationId xmlns:a16="http://schemas.microsoft.com/office/drawing/2014/main" id="{59B37BDC-5BD1-47C3-8918-BEF6ED0C6811}"/>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9" name="矩形: 圓角 1398">
                    <a:extLst>
                      <a:ext uri="{FF2B5EF4-FFF2-40B4-BE49-F238E27FC236}">
                        <a16:creationId xmlns:a16="http://schemas.microsoft.com/office/drawing/2014/main" id="{B0D0E3FB-BB13-4216-BCB1-6F12A90F3AEA}"/>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0" name="矩形: 圓角 1399">
                    <a:extLst>
                      <a:ext uri="{FF2B5EF4-FFF2-40B4-BE49-F238E27FC236}">
                        <a16:creationId xmlns:a16="http://schemas.microsoft.com/office/drawing/2014/main" id="{8A303C1D-A956-46F4-A65A-C73847533693}"/>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1" name="矩形: 圓角 1400">
                    <a:extLst>
                      <a:ext uri="{FF2B5EF4-FFF2-40B4-BE49-F238E27FC236}">
                        <a16:creationId xmlns:a16="http://schemas.microsoft.com/office/drawing/2014/main" id="{B5AF9817-B68B-4DE9-A92B-C16B0276B0E2}"/>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2" name="矩形: 圓角 1401">
                    <a:extLst>
                      <a:ext uri="{FF2B5EF4-FFF2-40B4-BE49-F238E27FC236}">
                        <a16:creationId xmlns:a16="http://schemas.microsoft.com/office/drawing/2014/main" id="{90D98385-5A63-4288-8EF3-D129811E5E03}"/>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3" name="矩形: 圓角 1402">
                    <a:extLst>
                      <a:ext uri="{FF2B5EF4-FFF2-40B4-BE49-F238E27FC236}">
                        <a16:creationId xmlns:a16="http://schemas.microsoft.com/office/drawing/2014/main" id="{A1ED0870-5BF1-4F73-A583-4F82E70F23C5}"/>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4" name="矩形: 圓角 1403">
                    <a:extLst>
                      <a:ext uri="{FF2B5EF4-FFF2-40B4-BE49-F238E27FC236}">
                        <a16:creationId xmlns:a16="http://schemas.microsoft.com/office/drawing/2014/main" id="{339C5399-5D85-474C-AE4D-48F08B5E0731}"/>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5" name="矩形: 圓角 1404">
                    <a:extLst>
                      <a:ext uri="{FF2B5EF4-FFF2-40B4-BE49-F238E27FC236}">
                        <a16:creationId xmlns:a16="http://schemas.microsoft.com/office/drawing/2014/main" id="{3463028D-EAA0-4079-9579-CCC7299A6BE6}"/>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6" name="矩形: 圓角 1405">
                    <a:extLst>
                      <a:ext uri="{FF2B5EF4-FFF2-40B4-BE49-F238E27FC236}">
                        <a16:creationId xmlns:a16="http://schemas.microsoft.com/office/drawing/2014/main" id="{A247F66A-DF5D-43E2-845D-28A08F756A78}"/>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7" name="矩形: 圓角 1406">
                    <a:extLst>
                      <a:ext uri="{FF2B5EF4-FFF2-40B4-BE49-F238E27FC236}">
                        <a16:creationId xmlns:a16="http://schemas.microsoft.com/office/drawing/2014/main" id="{3D9762DD-9FCC-4A0A-9874-D3463A9BFB8E}"/>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8" name="矩形: 圓角 1407">
                    <a:extLst>
                      <a:ext uri="{FF2B5EF4-FFF2-40B4-BE49-F238E27FC236}">
                        <a16:creationId xmlns:a16="http://schemas.microsoft.com/office/drawing/2014/main" id="{1AE7A7B0-E5F7-47D7-966E-8BCED306F456}"/>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9" name="矩形: 圓角 1408">
                    <a:extLst>
                      <a:ext uri="{FF2B5EF4-FFF2-40B4-BE49-F238E27FC236}">
                        <a16:creationId xmlns:a16="http://schemas.microsoft.com/office/drawing/2014/main" id="{F8F9CA79-0EFA-4AE4-A1F3-EF30C179B161}"/>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0" name="矩形: 圓角 1409">
                    <a:extLst>
                      <a:ext uri="{FF2B5EF4-FFF2-40B4-BE49-F238E27FC236}">
                        <a16:creationId xmlns:a16="http://schemas.microsoft.com/office/drawing/2014/main" id="{A4042B23-0FCD-4DB8-B327-02368CAA7488}"/>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78" name="群組 777">
                  <a:extLst>
                    <a:ext uri="{FF2B5EF4-FFF2-40B4-BE49-F238E27FC236}">
                      <a16:creationId xmlns:a16="http://schemas.microsoft.com/office/drawing/2014/main" id="{5AC2B9A2-D23C-4838-8639-77F077E5B748}"/>
                    </a:ext>
                  </a:extLst>
                </p:cNvPr>
                <p:cNvGrpSpPr/>
                <p:nvPr/>
              </p:nvGrpSpPr>
              <p:grpSpPr>
                <a:xfrm>
                  <a:off x="3515392" y="2730662"/>
                  <a:ext cx="2172650" cy="93211"/>
                  <a:chOff x="3513163" y="2446155"/>
                  <a:chExt cx="2172650" cy="93211"/>
                </a:xfrm>
              </p:grpSpPr>
              <p:sp>
                <p:nvSpPr>
                  <p:cNvPr id="1371" name="矩形: 圓角 1370">
                    <a:extLst>
                      <a:ext uri="{FF2B5EF4-FFF2-40B4-BE49-F238E27FC236}">
                        <a16:creationId xmlns:a16="http://schemas.microsoft.com/office/drawing/2014/main" id="{A041F163-BB59-4FFA-8662-E3DB6690D912}"/>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2" name="矩形: 圓角 1371">
                    <a:extLst>
                      <a:ext uri="{FF2B5EF4-FFF2-40B4-BE49-F238E27FC236}">
                        <a16:creationId xmlns:a16="http://schemas.microsoft.com/office/drawing/2014/main" id="{AF051691-631A-4F8E-BBD4-C3DF8FDF38B5}"/>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3" name="矩形: 圓角 1372">
                    <a:extLst>
                      <a:ext uri="{FF2B5EF4-FFF2-40B4-BE49-F238E27FC236}">
                        <a16:creationId xmlns:a16="http://schemas.microsoft.com/office/drawing/2014/main" id="{FD5C5554-596A-4B86-BF21-38B89180C538}"/>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4" name="矩形: 圓角 1373">
                    <a:extLst>
                      <a:ext uri="{FF2B5EF4-FFF2-40B4-BE49-F238E27FC236}">
                        <a16:creationId xmlns:a16="http://schemas.microsoft.com/office/drawing/2014/main" id="{0C7BA870-4340-4063-A283-BEA0A9DD084C}"/>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5" name="矩形: 圓角 1374">
                    <a:extLst>
                      <a:ext uri="{FF2B5EF4-FFF2-40B4-BE49-F238E27FC236}">
                        <a16:creationId xmlns:a16="http://schemas.microsoft.com/office/drawing/2014/main" id="{A98AFD19-E5E3-49E2-A3E6-E4BE51C4FAD8}"/>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6" name="矩形: 圓角 1375">
                    <a:extLst>
                      <a:ext uri="{FF2B5EF4-FFF2-40B4-BE49-F238E27FC236}">
                        <a16:creationId xmlns:a16="http://schemas.microsoft.com/office/drawing/2014/main" id="{528F3732-C067-44F9-8090-573EB2FF8154}"/>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7" name="矩形: 圓角 1376">
                    <a:extLst>
                      <a:ext uri="{FF2B5EF4-FFF2-40B4-BE49-F238E27FC236}">
                        <a16:creationId xmlns:a16="http://schemas.microsoft.com/office/drawing/2014/main" id="{2FDF1AAD-2A18-4DCA-8214-43377FF56FED}"/>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8" name="矩形: 圓角 1377">
                    <a:extLst>
                      <a:ext uri="{FF2B5EF4-FFF2-40B4-BE49-F238E27FC236}">
                        <a16:creationId xmlns:a16="http://schemas.microsoft.com/office/drawing/2014/main" id="{DBAD464A-CE9B-417C-BDFF-78E2D794A0CA}"/>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9" name="矩形: 圓角 1378">
                    <a:extLst>
                      <a:ext uri="{FF2B5EF4-FFF2-40B4-BE49-F238E27FC236}">
                        <a16:creationId xmlns:a16="http://schemas.microsoft.com/office/drawing/2014/main" id="{029B1EBB-7C3B-414E-AE5C-BE4207DADF32}"/>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0" name="矩形: 圓角 1379">
                    <a:extLst>
                      <a:ext uri="{FF2B5EF4-FFF2-40B4-BE49-F238E27FC236}">
                        <a16:creationId xmlns:a16="http://schemas.microsoft.com/office/drawing/2014/main" id="{90260B13-D1C1-4728-A5C2-4C7654BA62FF}"/>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1" name="矩形: 圓角 1380">
                    <a:extLst>
                      <a:ext uri="{FF2B5EF4-FFF2-40B4-BE49-F238E27FC236}">
                        <a16:creationId xmlns:a16="http://schemas.microsoft.com/office/drawing/2014/main" id="{D14F5FD1-EFE8-4DF9-B251-317CADA429C6}"/>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2" name="矩形: 圓角 1381">
                    <a:extLst>
                      <a:ext uri="{FF2B5EF4-FFF2-40B4-BE49-F238E27FC236}">
                        <a16:creationId xmlns:a16="http://schemas.microsoft.com/office/drawing/2014/main" id="{2476A73F-D8B1-4153-8349-741415058BAA}"/>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3" name="矩形: 圓角 1382">
                    <a:extLst>
                      <a:ext uri="{FF2B5EF4-FFF2-40B4-BE49-F238E27FC236}">
                        <a16:creationId xmlns:a16="http://schemas.microsoft.com/office/drawing/2014/main" id="{9DCF9831-44F4-4647-8419-EFF65C3A863E}"/>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4" name="矩形: 圓角 1383">
                    <a:extLst>
                      <a:ext uri="{FF2B5EF4-FFF2-40B4-BE49-F238E27FC236}">
                        <a16:creationId xmlns:a16="http://schemas.microsoft.com/office/drawing/2014/main" id="{0527F93F-2015-4ECF-9438-93A8F57FA73F}"/>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5" name="矩形: 圓角 1384">
                    <a:extLst>
                      <a:ext uri="{FF2B5EF4-FFF2-40B4-BE49-F238E27FC236}">
                        <a16:creationId xmlns:a16="http://schemas.microsoft.com/office/drawing/2014/main" id="{EC8CA8F2-75FF-42C8-B014-56AA3F0D4047}"/>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6" name="矩形: 圓角 1385">
                    <a:extLst>
                      <a:ext uri="{FF2B5EF4-FFF2-40B4-BE49-F238E27FC236}">
                        <a16:creationId xmlns:a16="http://schemas.microsoft.com/office/drawing/2014/main" id="{16A71169-22C5-467A-9513-894225FDCE63}"/>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7" name="矩形: 圓角 1386">
                    <a:extLst>
                      <a:ext uri="{FF2B5EF4-FFF2-40B4-BE49-F238E27FC236}">
                        <a16:creationId xmlns:a16="http://schemas.microsoft.com/office/drawing/2014/main" id="{04B97758-64B6-41C6-AD73-48A883C87D03}"/>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8" name="矩形: 圓角 1387">
                    <a:extLst>
                      <a:ext uri="{FF2B5EF4-FFF2-40B4-BE49-F238E27FC236}">
                        <a16:creationId xmlns:a16="http://schemas.microsoft.com/office/drawing/2014/main" id="{249FA1F9-3648-4532-B204-2FDEE6BD1020}"/>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9" name="矩形: 圓角 1388">
                    <a:extLst>
                      <a:ext uri="{FF2B5EF4-FFF2-40B4-BE49-F238E27FC236}">
                        <a16:creationId xmlns:a16="http://schemas.microsoft.com/office/drawing/2014/main" id="{2C09ABCC-0955-4B90-A6A7-5F048E271ED3}"/>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90" name="矩形: 圓角 1389">
                    <a:extLst>
                      <a:ext uri="{FF2B5EF4-FFF2-40B4-BE49-F238E27FC236}">
                        <a16:creationId xmlns:a16="http://schemas.microsoft.com/office/drawing/2014/main" id="{7E046D60-C1B0-4B72-9530-4457367B060A}"/>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79" name="群組 778">
                  <a:extLst>
                    <a:ext uri="{FF2B5EF4-FFF2-40B4-BE49-F238E27FC236}">
                      <a16:creationId xmlns:a16="http://schemas.microsoft.com/office/drawing/2014/main" id="{6AEB9F07-C0B9-496A-BB3E-5D40CDB865BC}"/>
                    </a:ext>
                  </a:extLst>
                </p:cNvPr>
                <p:cNvGrpSpPr/>
                <p:nvPr/>
              </p:nvGrpSpPr>
              <p:grpSpPr>
                <a:xfrm>
                  <a:off x="6223166" y="2727170"/>
                  <a:ext cx="2172650" cy="93211"/>
                  <a:chOff x="3513163" y="2446155"/>
                  <a:chExt cx="2172650" cy="93211"/>
                </a:xfrm>
              </p:grpSpPr>
              <p:sp>
                <p:nvSpPr>
                  <p:cNvPr id="1351" name="矩形: 圓角 1350">
                    <a:extLst>
                      <a:ext uri="{FF2B5EF4-FFF2-40B4-BE49-F238E27FC236}">
                        <a16:creationId xmlns:a16="http://schemas.microsoft.com/office/drawing/2014/main" id="{0BD7713C-3857-44D2-A6D8-8DC70DB92328}"/>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2" name="矩形: 圓角 1351">
                    <a:extLst>
                      <a:ext uri="{FF2B5EF4-FFF2-40B4-BE49-F238E27FC236}">
                        <a16:creationId xmlns:a16="http://schemas.microsoft.com/office/drawing/2014/main" id="{6DB5D859-2F62-4525-B58C-1BCDA7D291E4}"/>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3" name="矩形: 圓角 1352">
                    <a:extLst>
                      <a:ext uri="{FF2B5EF4-FFF2-40B4-BE49-F238E27FC236}">
                        <a16:creationId xmlns:a16="http://schemas.microsoft.com/office/drawing/2014/main" id="{B33520EC-87D5-44FA-9D8B-32E21BFAAC2B}"/>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4" name="矩形: 圓角 1353">
                    <a:extLst>
                      <a:ext uri="{FF2B5EF4-FFF2-40B4-BE49-F238E27FC236}">
                        <a16:creationId xmlns:a16="http://schemas.microsoft.com/office/drawing/2014/main" id="{8A2F317F-575F-489B-8950-D2B915A940FD}"/>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5" name="矩形: 圓角 1354">
                    <a:extLst>
                      <a:ext uri="{FF2B5EF4-FFF2-40B4-BE49-F238E27FC236}">
                        <a16:creationId xmlns:a16="http://schemas.microsoft.com/office/drawing/2014/main" id="{BD6AE0B3-09B9-492D-897F-19466942A238}"/>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6" name="矩形: 圓角 1355">
                    <a:extLst>
                      <a:ext uri="{FF2B5EF4-FFF2-40B4-BE49-F238E27FC236}">
                        <a16:creationId xmlns:a16="http://schemas.microsoft.com/office/drawing/2014/main" id="{1440827B-C609-471C-A386-230DFA155FB1}"/>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7" name="矩形: 圓角 1356">
                    <a:extLst>
                      <a:ext uri="{FF2B5EF4-FFF2-40B4-BE49-F238E27FC236}">
                        <a16:creationId xmlns:a16="http://schemas.microsoft.com/office/drawing/2014/main" id="{D1E78E06-B1ED-4D24-89D7-7210519ED78E}"/>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8" name="矩形: 圓角 1357">
                    <a:extLst>
                      <a:ext uri="{FF2B5EF4-FFF2-40B4-BE49-F238E27FC236}">
                        <a16:creationId xmlns:a16="http://schemas.microsoft.com/office/drawing/2014/main" id="{4DD130B3-83D5-4B3E-8AD2-140E2CE9D72E}"/>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9" name="矩形: 圓角 1358">
                    <a:extLst>
                      <a:ext uri="{FF2B5EF4-FFF2-40B4-BE49-F238E27FC236}">
                        <a16:creationId xmlns:a16="http://schemas.microsoft.com/office/drawing/2014/main" id="{37FB4A04-62A1-452D-BC25-DBF64610B5D6}"/>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0" name="矩形: 圓角 1359">
                    <a:extLst>
                      <a:ext uri="{FF2B5EF4-FFF2-40B4-BE49-F238E27FC236}">
                        <a16:creationId xmlns:a16="http://schemas.microsoft.com/office/drawing/2014/main" id="{BA306F8D-366D-42E0-A814-76F71205D38B}"/>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1" name="矩形: 圓角 1360">
                    <a:extLst>
                      <a:ext uri="{FF2B5EF4-FFF2-40B4-BE49-F238E27FC236}">
                        <a16:creationId xmlns:a16="http://schemas.microsoft.com/office/drawing/2014/main" id="{E5510AE1-B5A9-4C8E-A370-7B15FA9AE713}"/>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2" name="矩形: 圓角 1361">
                    <a:extLst>
                      <a:ext uri="{FF2B5EF4-FFF2-40B4-BE49-F238E27FC236}">
                        <a16:creationId xmlns:a16="http://schemas.microsoft.com/office/drawing/2014/main" id="{2CEF4BCD-323D-4474-AC8C-61B64173A32B}"/>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3" name="矩形: 圓角 1362">
                    <a:extLst>
                      <a:ext uri="{FF2B5EF4-FFF2-40B4-BE49-F238E27FC236}">
                        <a16:creationId xmlns:a16="http://schemas.microsoft.com/office/drawing/2014/main" id="{015C7711-1E46-40C8-ADB9-053A9F7FB45C}"/>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4" name="矩形: 圓角 1363">
                    <a:extLst>
                      <a:ext uri="{FF2B5EF4-FFF2-40B4-BE49-F238E27FC236}">
                        <a16:creationId xmlns:a16="http://schemas.microsoft.com/office/drawing/2014/main" id="{A9F9129E-E9A9-4D2A-980D-D6CBAFBD676C}"/>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5" name="矩形: 圓角 1364">
                    <a:extLst>
                      <a:ext uri="{FF2B5EF4-FFF2-40B4-BE49-F238E27FC236}">
                        <a16:creationId xmlns:a16="http://schemas.microsoft.com/office/drawing/2014/main" id="{8B0167C2-17DC-4BCF-A1A3-C7C1CF9609A4}"/>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6" name="矩形: 圓角 1365">
                    <a:extLst>
                      <a:ext uri="{FF2B5EF4-FFF2-40B4-BE49-F238E27FC236}">
                        <a16:creationId xmlns:a16="http://schemas.microsoft.com/office/drawing/2014/main" id="{6586C4D2-E05D-4D03-96BD-DB96BFC9FFBC}"/>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7" name="矩形: 圓角 1366">
                    <a:extLst>
                      <a:ext uri="{FF2B5EF4-FFF2-40B4-BE49-F238E27FC236}">
                        <a16:creationId xmlns:a16="http://schemas.microsoft.com/office/drawing/2014/main" id="{9058E0BE-EC1D-4020-A409-2E860BBDA09D}"/>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8" name="矩形: 圓角 1367">
                    <a:extLst>
                      <a:ext uri="{FF2B5EF4-FFF2-40B4-BE49-F238E27FC236}">
                        <a16:creationId xmlns:a16="http://schemas.microsoft.com/office/drawing/2014/main" id="{9D757B11-FF4D-4A49-9601-7BCA2CE822E7}"/>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9" name="矩形: 圓角 1368">
                    <a:extLst>
                      <a:ext uri="{FF2B5EF4-FFF2-40B4-BE49-F238E27FC236}">
                        <a16:creationId xmlns:a16="http://schemas.microsoft.com/office/drawing/2014/main" id="{16DB36C5-9808-4CC3-8A5A-4FADB1DC0119}"/>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70" name="矩形: 圓角 1369">
                    <a:extLst>
                      <a:ext uri="{FF2B5EF4-FFF2-40B4-BE49-F238E27FC236}">
                        <a16:creationId xmlns:a16="http://schemas.microsoft.com/office/drawing/2014/main" id="{5C3450FA-56D5-4AD7-A15B-073CF5D87321}"/>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0" name="群組 779">
                  <a:extLst>
                    <a:ext uri="{FF2B5EF4-FFF2-40B4-BE49-F238E27FC236}">
                      <a16:creationId xmlns:a16="http://schemas.microsoft.com/office/drawing/2014/main" id="{44646498-C7F0-40AE-B3DD-EBBF1D87DE29}"/>
                    </a:ext>
                  </a:extLst>
                </p:cNvPr>
                <p:cNvGrpSpPr/>
                <p:nvPr/>
              </p:nvGrpSpPr>
              <p:grpSpPr>
                <a:xfrm>
                  <a:off x="3515392" y="2880053"/>
                  <a:ext cx="2172650" cy="93211"/>
                  <a:chOff x="3513163" y="2446155"/>
                  <a:chExt cx="2172650" cy="93211"/>
                </a:xfrm>
              </p:grpSpPr>
              <p:sp>
                <p:nvSpPr>
                  <p:cNvPr id="1331" name="矩形: 圓角 1330">
                    <a:extLst>
                      <a:ext uri="{FF2B5EF4-FFF2-40B4-BE49-F238E27FC236}">
                        <a16:creationId xmlns:a16="http://schemas.microsoft.com/office/drawing/2014/main" id="{E9E5FA85-C89E-494E-8EEE-72C44D5DC161}"/>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2" name="矩形: 圓角 1331">
                    <a:extLst>
                      <a:ext uri="{FF2B5EF4-FFF2-40B4-BE49-F238E27FC236}">
                        <a16:creationId xmlns:a16="http://schemas.microsoft.com/office/drawing/2014/main" id="{4A5A34E6-1FE7-4F11-8657-686EAC069476}"/>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3" name="矩形: 圓角 1332">
                    <a:extLst>
                      <a:ext uri="{FF2B5EF4-FFF2-40B4-BE49-F238E27FC236}">
                        <a16:creationId xmlns:a16="http://schemas.microsoft.com/office/drawing/2014/main" id="{4778BDD0-51AD-4EBA-A30A-8F9DABDDAB58}"/>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4" name="矩形: 圓角 1333">
                    <a:extLst>
                      <a:ext uri="{FF2B5EF4-FFF2-40B4-BE49-F238E27FC236}">
                        <a16:creationId xmlns:a16="http://schemas.microsoft.com/office/drawing/2014/main" id="{4A7B0306-3D5B-4783-8B35-9A0AA4FDF329}"/>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5" name="矩形: 圓角 1334">
                    <a:extLst>
                      <a:ext uri="{FF2B5EF4-FFF2-40B4-BE49-F238E27FC236}">
                        <a16:creationId xmlns:a16="http://schemas.microsoft.com/office/drawing/2014/main" id="{AA990823-949B-417E-9510-89CD85A21549}"/>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6" name="矩形: 圓角 1335">
                    <a:extLst>
                      <a:ext uri="{FF2B5EF4-FFF2-40B4-BE49-F238E27FC236}">
                        <a16:creationId xmlns:a16="http://schemas.microsoft.com/office/drawing/2014/main" id="{BC2657FF-7857-434E-B202-B574DB9EF84C}"/>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7" name="矩形: 圓角 1336">
                    <a:extLst>
                      <a:ext uri="{FF2B5EF4-FFF2-40B4-BE49-F238E27FC236}">
                        <a16:creationId xmlns:a16="http://schemas.microsoft.com/office/drawing/2014/main" id="{0DCFF7D2-78B9-4AA1-A6EA-ABB64F502BEC}"/>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8" name="矩形: 圓角 1337">
                    <a:extLst>
                      <a:ext uri="{FF2B5EF4-FFF2-40B4-BE49-F238E27FC236}">
                        <a16:creationId xmlns:a16="http://schemas.microsoft.com/office/drawing/2014/main" id="{EBB92737-EA9D-4E4F-B274-BB03952BC776}"/>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9" name="矩形: 圓角 1338">
                    <a:extLst>
                      <a:ext uri="{FF2B5EF4-FFF2-40B4-BE49-F238E27FC236}">
                        <a16:creationId xmlns:a16="http://schemas.microsoft.com/office/drawing/2014/main" id="{DE5CF5D4-9F19-41FF-8D84-D90933D72582}"/>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0" name="矩形: 圓角 1339">
                    <a:extLst>
                      <a:ext uri="{FF2B5EF4-FFF2-40B4-BE49-F238E27FC236}">
                        <a16:creationId xmlns:a16="http://schemas.microsoft.com/office/drawing/2014/main" id="{286667FE-92C4-4CCF-88E6-20AD002D3FAF}"/>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1" name="矩形: 圓角 1340">
                    <a:extLst>
                      <a:ext uri="{FF2B5EF4-FFF2-40B4-BE49-F238E27FC236}">
                        <a16:creationId xmlns:a16="http://schemas.microsoft.com/office/drawing/2014/main" id="{906E1B22-50FD-47F0-B3A1-9FEB7C8A436B}"/>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2" name="矩形: 圓角 1341">
                    <a:extLst>
                      <a:ext uri="{FF2B5EF4-FFF2-40B4-BE49-F238E27FC236}">
                        <a16:creationId xmlns:a16="http://schemas.microsoft.com/office/drawing/2014/main" id="{6253CEEC-EAD8-4176-B19C-25CC40F497BF}"/>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3" name="矩形: 圓角 1342">
                    <a:extLst>
                      <a:ext uri="{FF2B5EF4-FFF2-40B4-BE49-F238E27FC236}">
                        <a16:creationId xmlns:a16="http://schemas.microsoft.com/office/drawing/2014/main" id="{71C6AAA7-A901-4A52-9042-C57951A60AA4}"/>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4" name="矩形: 圓角 1343">
                    <a:extLst>
                      <a:ext uri="{FF2B5EF4-FFF2-40B4-BE49-F238E27FC236}">
                        <a16:creationId xmlns:a16="http://schemas.microsoft.com/office/drawing/2014/main" id="{546D6E40-69F6-46B0-BBE2-3B1EF289B432}"/>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5" name="矩形: 圓角 1344">
                    <a:extLst>
                      <a:ext uri="{FF2B5EF4-FFF2-40B4-BE49-F238E27FC236}">
                        <a16:creationId xmlns:a16="http://schemas.microsoft.com/office/drawing/2014/main" id="{B0AD06BA-B881-4DCE-803D-3BE975C86E5C}"/>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6" name="矩形: 圓角 1345">
                    <a:extLst>
                      <a:ext uri="{FF2B5EF4-FFF2-40B4-BE49-F238E27FC236}">
                        <a16:creationId xmlns:a16="http://schemas.microsoft.com/office/drawing/2014/main" id="{D668BDF6-96AF-4DFA-86BE-942D150C3381}"/>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7" name="矩形: 圓角 1346">
                    <a:extLst>
                      <a:ext uri="{FF2B5EF4-FFF2-40B4-BE49-F238E27FC236}">
                        <a16:creationId xmlns:a16="http://schemas.microsoft.com/office/drawing/2014/main" id="{D81FD49A-9FB3-4782-A2D2-29A8A792FC78}"/>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8" name="矩形: 圓角 1347">
                    <a:extLst>
                      <a:ext uri="{FF2B5EF4-FFF2-40B4-BE49-F238E27FC236}">
                        <a16:creationId xmlns:a16="http://schemas.microsoft.com/office/drawing/2014/main" id="{48BB4842-9729-4AF9-B672-69825CD3CFCF}"/>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49" name="矩形: 圓角 1348">
                    <a:extLst>
                      <a:ext uri="{FF2B5EF4-FFF2-40B4-BE49-F238E27FC236}">
                        <a16:creationId xmlns:a16="http://schemas.microsoft.com/office/drawing/2014/main" id="{188450A1-A81B-4A12-8192-373339893206}"/>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0" name="矩形: 圓角 1349">
                    <a:extLst>
                      <a:ext uri="{FF2B5EF4-FFF2-40B4-BE49-F238E27FC236}">
                        <a16:creationId xmlns:a16="http://schemas.microsoft.com/office/drawing/2014/main" id="{B522BEEC-434E-44A4-BDD2-EDF075E52BAF}"/>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1" name="群組 780">
                  <a:extLst>
                    <a:ext uri="{FF2B5EF4-FFF2-40B4-BE49-F238E27FC236}">
                      <a16:creationId xmlns:a16="http://schemas.microsoft.com/office/drawing/2014/main" id="{786CEA3E-28D2-427C-B0CC-DA05436757D5}"/>
                    </a:ext>
                  </a:extLst>
                </p:cNvPr>
                <p:cNvGrpSpPr/>
                <p:nvPr/>
              </p:nvGrpSpPr>
              <p:grpSpPr>
                <a:xfrm>
                  <a:off x="6223166" y="2876561"/>
                  <a:ext cx="2172650" cy="93211"/>
                  <a:chOff x="3513163" y="2446155"/>
                  <a:chExt cx="2172650" cy="93211"/>
                </a:xfrm>
              </p:grpSpPr>
              <p:sp>
                <p:nvSpPr>
                  <p:cNvPr id="1311" name="矩形: 圓角 1310">
                    <a:extLst>
                      <a:ext uri="{FF2B5EF4-FFF2-40B4-BE49-F238E27FC236}">
                        <a16:creationId xmlns:a16="http://schemas.microsoft.com/office/drawing/2014/main" id="{3D7E4DFD-1EF3-4692-A68D-3851D981A977}"/>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2" name="矩形: 圓角 1311">
                    <a:extLst>
                      <a:ext uri="{FF2B5EF4-FFF2-40B4-BE49-F238E27FC236}">
                        <a16:creationId xmlns:a16="http://schemas.microsoft.com/office/drawing/2014/main" id="{6736F60B-5B20-427F-B744-A891D82023CC}"/>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3" name="矩形: 圓角 1312">
                    <a:extLst>
                      <a:ext uri="{FF2B5EF4-FFF2-40B4-BE49-F238E27FC236}">
                        <a16:creationId xmlns:a16="http://schemas.microsoft.com/office/drawing/2014/main" id="{66E644F8-9604-4072-BE25-CD198B7041EC}"/>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4" name="矩形: 圓角 1313">
                    <a:extLst>
                      <a:ext uri="{FF2B5EF4-FFF2-40B4-BE49-F238E27FC236}">
                        <a16:creationId xmlns:a16="http://schemas.microsoft.com/office/drawing/2014/main" id="{394FE5CF-5EF8-480E-A002-5CDEFF53540D}"/>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5" name="矩形: 圓角 1314">
                    <a:extLst>
                      <a:ext uri="{FF2B5EF4-FFF2-40B4-BE49-F238E27FC236}">
                        <a16:creationId xmlns:a16="http://schemas.microsoft.com/office/drawing/2014/main" id="{CFA22A9B-6438-49AC-9B9F-F43A18AD5690}"/>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6" name="矩形: 圓角 1315">
                    <a:extLst>
                      <a:ext uri="{FF2B5EF4-FFF2-40B4-BE49-F238E27FC236}">
                        <a16:creationId xmlns:a16="http://schemas.microsoft.com/office/drawing/2014/main" id="{B8B340A6-ABCE-42F0-855C-FA0D24C015E2}"/>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7" name="矩形: 圓角 1316">
                    <a:extLst>
                      <a:ext uri="{FF2B5EF4-FFF2-40B4-BE49-F238E27FC236}">
                        <a16:creationId xmlns:a16="http://schemas.microsoft.com/office/drawing/2014/main" id="{1FF409A9-4F55-4172-9542-13A6A11FE436}"/>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8" name="矩形: 圓角 1317">
                    <a:extLst>
                      <a:ext uri="{FF2B5EF4-FFF2-40B4-BE49-F238E27FC236}">
                        <a16:creationId xmlns:a16="http://schemas.microsoft.com/office/drawing/2014/main" id="{91F75B7C-DA11-4D8F-AF49-9F60B24D8F7C}"/>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9" name="矩形: 圓角 1318">
                    <a:extLst>
                      <a:ext uri="{FF2B5EF4-FFF2-40B4-BE49-F238E27FC236}">
                        <a16:creationId xmlns:a16="http://schemas.microsoft.com/office/drawing/2014/main" id="{D20AE7EC-2F5F-464D-A590-CA0FE1E3B445}"/>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0" name="矩形: 圓角 1319">
                    <a:extLst>
                      <a:ext uri="{FF2B5EF4-FFF2-40B4-BE49-F238E27FC236}">
                        <a16:creationId xmlns:a16="http://schemas.microsoft.com/office/drawing/2014/main" id="{A90D9885-5119-4F7E-9D8E-F36D6839704D}"/>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1" name="矩形: 圓角 1320">
                    <a:extLst>
                      <a:ext uri="{FF2B5EF4-FFF2-40B4-BE49-F238E27FC236}">
                        <a16:creationId xmlns:a16="http://schemas.microsoft.com/office/drawing/2014/main" id="{C0D2B061-45CB-4786-B3C3-3EC37E85F90C}"/>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2" name="矩形: 圓角 1321">
                    <a:extLst>
                      <a:ext uri="{FF2B5EF4-FFF2-40B4-BE49-F238E27FC236}">
                        <a16:creationId xmlns:a16="http://schemas.microsoft.com/office/drawing/2014/main" id="{EBB5A94F-D53F-4BA9-BABA-9E39CD9DE3D6}"/>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3" name="矩形: 圓角 1322">
                    <a:extLst>
                      <a:ext uri="{FF2B5EF4-FFF2-40B4-BE49-F238E27FC236}">
                        <a16:creationId xmlns:a16="http://schemas.microsoft.com/office/drawing/2014/main" id="{69FA42D2-235C-4AD6-A6F2-5E51466D135F}"/>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4" name="矩形: 圓角 1323">
                    <a:extLst>
                      <a:ext uri="{FF2B5EF4-FFF2-40B4-BE49-F238E27FC236}">
                        <a16:creationId xmlns:a16="http://schemas.microsoft.com/office/drawing/2014/main" id="{7C6AD27C-3407-4AFD-96C5-EFE7645A2C7D}"/>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5" name="矩形: 圓角 1324">
                    <a:extLst>
                      <a:ext uri="{FF2B5EF4-FFF2-40B4-BE49-F238E27FC236}">
                        <a16:creationId xmlns:a16="http://schemas.microsoft.com/office/drawing/2014/main" id="{DE99E052-4DEF-4E7D-AF09-7885F66EA5F5}"/>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6" name="矩形: 圓角 1325">
                    <a:extLst>
                      <a:ext uri="{FF2B5EF4-FFF2-40B4-BE49-F238E27FC236}">
                        <a16:creationId xmlns:a16="http://schemas.microsoft.com/office/drawing/2014/main" id="{EEA1AE0C-5E2D-4F94-8786-314DC37A6820}"/>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7" name="矩形: 圓角 1326">
                    <a:extLst>
                      <a:ext uri="{FF2B5EF4-FFF2-40B4-BE49-F238E27FC236}">
                        <a16:creationId xmlns:a16="http://schemas.microsoft.com/office/drawing/2014/main" id="{2004780A-0A6A-419E-8304-69D7F7B9A038}"/>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8" name="矩形: 圓角 1327">
                    <a:extLst>
                      <a:ext uri="{FF2B5EF4-FFF2-40B4-BE49-F238E27FC236}">
                        <a16:creationId xmlns:a16="http://schemas.microsoft.com/office/drawing/2014/main" id="{0D743959-697E-4915-BBFA-E74084067956}"/>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29" name="矩形: 圓角 1328">
                    <a:extLst>
                      <a:ext uri="{FF2B5EF4-FFF2-40B4-BE49-F238E27FC236}">
                        <a16:creationId xmlns:a16="http://schemas.microsoft.com/office/drawing/2014/main" id="{FD2C7BF7-3CDD-4092-BE08-895037D97ABF}"/>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0" name="矩形: 圓角 1329">
                    <a:extLst>
                      <a:ext uri="{FF2B5EF4-FFF2-40B4-BE49-F238E27FC236}">
                        <a16:creationId xmlns:a16="http://schemas.microsoft.com/office/drawing/2014/main" id="{FE3B39D6-3638-4430-AB47-0B594C6392D1}"/>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2" name="群組 781">
                  <a:extLst>
                    <a:ext uri="{FF2B5EF4-FFF2-40B4-BE49-F238E27FC236}">
                      <a16:creationId xmlns:a16="http://schemas.microsoft.com/office/drawing/2014/main" id="{A2B385C0-EC8F-4B5C-997D-58BF4AF5FD23}"/>
                    </a:ext>
                  </a:extLst>
                </p:cNvPr>
                <p:cNvGrpSpPr/>
                <p:nvPr/>
              </p:nvGrpSpPr>
              <p:grpSpPr>
                <a:xfrm>
                  <a:off x="3515392" y="3029011"/>
                  <a:ext cx="2172650" cy="93211"/>
                  <a:chOff x="3513163" y="2446155"/>
                  <a:chExt cx="2172650" cy="93211"/>
                </a:xfrm>
              </p:grpSpPr>
              <p:sp>
                <p:nvSpPr>
                  <p:cNvPr id="1291" name="矩形: 圓角 1290">
                    <a:extLst>
                      <a:ext uri="{FF2B5EF4-FFF2-40B4-BE49-F238E27FC236}">
                        <a16:creationId xmlns:a16="http://schemas.microsoft.com/office/drawing/2014/main" id="{A1520B4D-9DEB-4FEC-963B-257786A70243}"/>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2" name="矩形: 圓角 1291">
                    <a:extLst>
                      <a:ext uri="{FF2B5EF4-FFF2-40B4-BE49-F238E27FC236}">
                        <a16:creationId xmlns:a16="http://schemas.microsoft.com/office/drawing/2014/main" id="{E1FBE0F7-A62E-431A-8B79-749C733AA80A}"/>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3" name="矩形: 圓角 1292">
                    <a:extLst>
                      <a:ext uri="{FF2B5EF4-FFF2-40B4-BE49-F238E27FC236}">
                        <a16:creationId xmlns:a16="http://schemas.microsoft.com/office/drawing/2014/main" id="{81425668-E63F-4C0F-8BF8-F10E84FB5C80}"/>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4" name="矩形: 圓角 1293">
                    <a:extLst>
                      <a:ext uri="{FF2B5EF4-FFF2-40B4-BE49-F238E27FC236}">
                        <a16:creationId xmlns:a16="http://schemas.microsoft.com/office/drawing/2014/main" id="{C9E27930-8331-4B89-BF01-F6D179A9F7B8}"/>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5" name="矩形: 圓角 1294">
                    <a:extLst>
                      <a:ext uri="{FF2B5EF4-FFF2-40B4-BE49-F238E27FC236}">
                        <a16:creationId xmlns:a16="http://schemas.microsoft.com/office/drawing/2014/main" id="{ED84E9BE-5A7B-4E05-8FF1-6842212BAF44}"/>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6" name="矩形: 圓角 1295">
                    <a:extLst>
                      <a:ext uri="{FF2B5EF4-FFF2-40B4-BE49-F238E27FC236}">
                        <a16:creationId xmlns:a16="http://schemas.microsoft.com/office/drawing/2014/main" id="{1BCF7877-6F4C-4B70-A0DB-AF3943605F3E}"/>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7" name="矩形: 圓角 1296">
                    <a:extLst>
                      <a:ext uri="{FF2B5EF4-FFF2-40B4-BE49-F238E27FC236}">
                        <a16:creationId xmlns:a16="http://schemas.microsoft.com/office/drawing/2014/main" id="{2C06E6F3-E498-491B-AF41-0D7FD8AC12DD}"/>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8" name="矩形: 圓角 1297">
                    <a:extLst>
                      <a:ext uri="{FF2B5EF4-FFF2-40B4-BE49-F238E27FC236}">
                        <a16:creationId xmlns:a16="http://schemas.microsoft.com/office/drawing/2014/main" id="{8AE899B6-F86B-4B1D-828A-C5B146724E88}"/>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9" name="矩形: 圓角 1298">
                    <a:extLst>
                      <a:ext uri="{FF2B5EF4-FFF2-40B4-BE49-F238E27FC236}">
                        <a16:creationId xmlns:a16="http://schemas.microsoft.com/office/drawing/2014/main" id="{6B0546E3-1230-4809-8092-9FCFB68E0BF4}"/>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0" name="矩形: 圓角 1299">
                    <a:extLst>
                      <a:ext uri="{FF2B5EF4-FFF2-40B4-BE49-F238E27FC236}">
                        <a16:creationId xmlns:a16="http://schemas.microsoft.com/office/drawing/2014/main" id="{03487548-05BC-49A3-910E-810FBB566BA0}"/>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1" name="矩形: 圓角 1300">
                    <a:extLst>
                      <a:ext uri="{FF2B5EF4-FFF2-40B4-BE49-F238E27FC236}">
                        <a16:creationId xmlns:a16="http://schemas.microsoft.com/office/drawing/2014/main" id="{360C542C-2811-411F-B7E9-ED60DAFEB8B9}"/>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2" name="矩形: 圓角 1301">
                    <a:extLst>
                      <a:ext uri="{FF2B5EF4-FFF2-40B4-BE49-F238E27FC236}">
                        <a16:creationId xmlns:a16="http://schemas.microsoft.com/office/drawing/2014/main" id="{865B5356-E68A-463D-89ED-84AC3AB48247}"/>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3" name="矩形: 圓角 1302">
                    <a:extLst>
                      <a:ext uri="{FF2B5EF4-FFF2-40B4-BE49-F238E27FC236}">
                        <a16:creationId xmlns:a16="http://schemas.microsoft.com/office/drawing/2014/main" id="{C7DA5639-6F32-4F5C-92EA-D6EEC0FD7D44}"/>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4" name="矩形: 圓角 1303">
                    <a:extLst>
                      <a:ext uri="{FF2B5EF4-FFF2-40B4-BE49-F238E27FC236}">
                        <a16:creationId xmlns:a16="http://schemas.microsoft.com/office/drawing/2014/main" id="{BC751511-21C0-4DFD-B3C0-6A5D6F43A9CE}"/>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5" name="矩形: 圓角 1304">
                    <a:extLst>
                      <a:ext uri="{FF2B5EF4-FFF2-40B4-BE49-F238E27FC236}">
                        <a16:creationId xmlns:a16="http://schemas.microsoft.com/office/drawing/2014/main" id="{7A184EC1-0700-48A8-8E45-995B9D253A68}"/>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6" name="矩形: 圓角 1305">
                    <a:extLst>
                      <a:ext uri="{FF2B5EF4-FFF2-40B4-BE49-F238E27FC236}">
                        <a16:creationId xmlns:a16="http://schemas.microsoft.com/office/drawing/2014/main" id="{9CBF1E18-F701-41AE-B94B-BE774B184128}"/>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7" name="矩形: 圓角 1306">
                    <a:extLst>
                      <a:ext uri="{FF2B5EF4-FFF2-40B4-BE49-F238E27FC236}">
                        <a16:creationId xmlns:a16="http://schemas.microsoft.com/office/drawing/2014/main" id="{AF17AE51-F8E6-4441-AC16-3D5EEF7F5FDD}"/>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8" name="矩形: 圓角 1307">
                    <a:extLst>
                      <a:ext uri="{FF2B5EF4-FFF2-40B4-BE49-F238E27FC236}">
                        <a16:creationId xmlns:a16="http://schemas.microsoft.com/office/drawing/2014/main" id="{6E5B644C-4810-4772-BEA0-576BB1774138}"/>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9" name="矩形: 圓角 1308">
                    <a:extLst>
                      <a:ext uri="{FF2B5EF4-FFF2-40B4-BE49-F238E27FC236}">
                        <a16:creationId xmlns:a16="http://schemas.microsoft.com/office/drawing/2014/main" id="{5A9271DA-ED52-4E30-ADAA-536C8BC3A8A0}"/>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0" name="矩形: 圓角 1309">
                    <a:extLst>
                      <a:ext uri="{FF2B5EF4-FFF2-40B4-BE49-F238E27FC236}">
                        <a16:creationId xmlns:a16="http://schemas.microsoft.com/office/drawing/2014/main" id="{468177D9-E9EB-4E47-BF57-C6928B61BDFC}"/>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3" name="群組 782">
                  <a:extLst>
                    <a:ext uri="{FF2B5EF4-FFF2-40B4-BE49-F238E27FC236}">
                      <a16:creationId xmlns:a16="http://schemas.microsoft.com/office/drawing/2014/main" id="{8E174D3F-3818-4C4E-9E30-EEAD23FCB98B}"/>
                    </a:ext>
                  </a:extLst>
                </p:cNvPr>
                <p:cNvGrpSpPr/>
                <p:nvPr/>
              </p:nvGrpSpPr>
              <p:grpSpPr>
                <a:xfrm>
                  <a:off x="6223166" y="3025519"/>
                  <a:ext cx="2172650" cy="93211"/>
                  <a:chOff x="3513163" y="2446155"/>
                  <a:chExt cx="2172650" cy="93211"/>
                </a:xfrm>
              </p:grpSpPr>
              <p:sp>
                <p:nvSpPr>
                  <p:cNvPr id="1271" name="矩形: 圓角 1270">
                    <a:extLst>
                      <a:ext uri="{FF2B5EF4-FFF2-40B4-BE49-F238E27FC236}">
                        <a16:creationId xmlns:a16="http://schemas.microsoft.com/office/drawing/2014/main" id="{4621EA77-C94C-4484-9136-C571421CF8FA}"/>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2" name="矩形: 圓角 1271">
                    <a:extLst>
                      <a:ext uri="{FF2B5EF4-FFF2-40B4-BE49-F238E27FC236}">
                        <a16:creationId xmlns:a16="http://schemas.microsoft.com/office/drawing/2014/main" id="{786AE1E3-4AE0-416C-AE9A-DB8318D42BB9}"/>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3" name="矩形: 圓角 1272">
                    <a:extLst>
                      <a:ext uri="{FF2B5EF4-FFF2-40B4-BE49-F238E27FC236}">
                        <a16:creationId xmlns:a16="http://schemas.microsoft.com/office/drawing/2014/main" id="{25E78B7A-8E8B-477C-9189-5616461B69F2}"/>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4" name="矩形: 圓角 1273">
                    <a:extLst>
                      <a:ext uri="{FF2B5EF4-FFF2-40B4-BE49-F238E27FC236}">
                        <a16:creationId xmlns:a16="http://schemas.microsoft.com/office/drawing/2014/main" id="{E7BADDF2-B148-4B82-AF7B-E74062BBFE95}"/>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5" name="矩形: 圓角 1274">
                    <a:extLst>
                      <a:ext uri="{FF2B5EF4-FFF2-40B4-BE49-F238E27FC236}">
                        <a16:creationId xmlns:a16="http://schemas.microsoft.com/office/drawing/2014/main" id="{57B1FA70-ACE9-41A5-8908-02B0BCEB69BD}"/>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6" name="矩形: 圓角 1275">
                    <a:extLst>
                      <a:ext uri="{FF2B5EF4-FFF2-40B4-BE49-F238E27FC236}">
                        <a16:creationId xmlns:a16="http://schemas.microsoft.com/office/drawing/2014/main" id="{537D7556-BFC9-4F36-A6EF-8FC3B9C52E38}"/>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7" name="矩形: 圓角 1276">
                    <a:extLst>
                      <a:ext uri="{FF2B5EF4-FFF2-40B4-BE49-F238E27FC236}">
                        <a16:creationId xmlns:a16="http://schemas.microsoft.com/office/drawing/2014/main" id="{087535A7-AE38-4973-BCA7-D935FE76E10C}"/>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8" name="矩形: 圓角 1277">
                    <a:extLst>
                      <a:ext uri="{FF2B5EF4-FFF2-40B4-BE49-F238E27FC236}">
                        <a16:creationId xmlns:a16="http://schemas.microsoft.com/office/drawing/2014/main" id="{B954023F-634A-4012-806D-EE45406B0D49}"/>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9" name="矩形: 圓角 1278">
                    <a:extLst>
                      <a:ext uri="{FF2B5EF4-FFF2-40B4-BE49-F238E27FC236}">
                        <a16:creationId xmlns:a16="http://schemas.microsoft.com/office/drawing/2014/main" id="{B91BB9CC-A69B-4F64-B3BC-3BB5B21070BC}"/>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0" name="矩形: 圓角 1279">
                    <a:extLst>
                      <a:ext uri="{FF2B5EF4-FFF2-40B4-BE49-F238E27FC236}">
                        <a16:creationId xmlns:a16="http://schemas.microsoft.com/office/drawing/2014/main" id="{55A18FC6-C893-45BD-BF79-B75DAE445D0D}"/>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1" name="矩形: 圓角 1280">
                    <a:extLst>
                      <a:ext uri="{FF2B5EF4-FFF2-40B4-BE49-F238E27FC236}">
                        <a16:creationId xmlns:a16="http://schemas.microsoft.com/office/drawing/2014/main" id="{B579D774-C691-46D9-9B00-3792D8B826E4}"/>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2" name="矩形: 圓角 1281">
                    <a:extLst>
                      <a:ext uri="{FF2B5EF4-FFF2-40B4-BE49-F238E27FC236}">
                        <a16:creationId xmlns:a16="http://schemas.microsoft.com/office/drawing/2014/main" id="{24C181E0-3130-47A9-8B1B-8248E292AE8C}"/>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3" name="矩形: 圓角 1282">
                    <a:extLst>
                      <a:ext uri="{FF2B5EF4-FFF2-40B4-BE49-F238E27FC236}">
                        <a16:creationId xmlns:a16="http://schemas.microsoft.com/office/drawing/2014/main" id="{C3167247-6618-4C71-BF23-88B3B125C8ED}"/>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4" name="矩形: 圓角 1283">
                    <a:extLst>
                      <a:ext uri="{FF2B5EF4-FFF2-40B4-BE49-F238E27FC236}">
                        <a16:creationId xmlns:a16="http://schemas.microsoft.com/office/drawing/2014/main" id="{98477222-5250-412D-BD16-C72496F6784D}"/>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5" name="矩形: 圓角 1284">
                    <a:extLst>
                      <a:ext uri="{FF2B5EF4-FFF2-40B4-BE49-F238E27FC236}">
                        <a16:creationId xmlns:a16="http://schemas.microsoft.com/office/drawing/2014/main" id="{D4CB20BC-D474-4459-9113-40EA622BF954}"/>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6" name="矩形: 圓角 1285">
                    <a:extLst>
                      <a:ext uri="{FF2B5EF4-FFF2-40B4-BE49-F238E27FC236}">
                        <a16:creationId xmlns:a16="http://schemas.microsoft.com/office/drawing/2014/main" id="{5D1D3110-0B7C-4143-9893-7D6E9E827E88}"/>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7" name="矩形: 圓角 1286">
                    <a:extLst>
                      <a:ext uri="{FF2B5EF4-FFF2-40B4-BE49-F238E27FC236}">
                        <a16:creationId xmlns:a16="http://schemas.microsoft.com/office/drawing/2014/main" id="{7F283D4C-83F2-4427-8EDC-0C771437F78B}"/>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8" name="矩形: 圓角 1287">
                    <a:extLst>
                      <a:ext uri="{FF2B5EF4-FFF2-40B4-BE49-F238E27FC236}">
                        <a16:creationId xmlns:a16="http://schemas.microsoft.com/office/drawing/2014/main" id="{DF0244E7-A3B4-40F9-8FDF-70C7B630E0A4}"/>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89" name="矩形: 圓角 1288">
                    <a:extLst>
                      <a:ext uri="{FF2B5EF4-FFF2-40B4-BE49-F238E27FC236}">
                        <a16:creationId xmlns:a16="http://schemas.microsoft.com/office/drawing/2014/main" id="{EF278B16-0081-46C4-84F7-D57E7980238D}"/>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0" name="矩形: 圓角 1289">
                    <a:extLst>
                      <a:ext uri="{FF2B5EF4-FFF2-40B4-BE49-F238E27FC236}">
                        <a16:creationId xmlns:a16="http://schemas.microsoft.com/office/drawing/2014/main" id="{707C84BF-2A6C-46F3-AB6D-C9C2A924C276}"/>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4" name="群組 783">
                  <a:extLst>
                    <a:ext uri="{FF2B5EF4-FFF2-40B4-BE49-F238E27FC236}">
                      <a16:creationId xmlns:a16="http://schemas.microsoft.com/office/drawing/2014/main" id="{7C13D9DF-2CB1-4AF4-AF44-67C5E5FEA473}"/>
                    </a:ext>
                  </a:extLst>
                </p:cNvPr>
                <p:cNvGrpSpPr/>
                <p:nvPr/>
              </p:nvGrpSpPr>
              <p:grpSpPr>
                <a:xfrm>
                  <a:off x="3513163" y="3164851"/>
                  <a:ext cx="2172650" cy="93211"/>
                  <a:chOff x="3513163" y="2446155"/>
                  <a:chExt cx="2172650" cy="93211"/>
                </a:xfrm>
              </p:grpSpPr>
              <p:sp>
                <p:nvSpPr>
                  <p:cNvPr id="1251" name="矩形: 圓角 1250">
                    <a:extLst>
                      <a:ext uri="{FF2B5EF4-FFF2-40B4-BE49-F238E27FC236}">
                        <a16:creationId xmlns:a16="http://schemas.microsoft.com/office/drawing/2014/main" id="{249A105A-A8F8-4A49-B3A8-5C8F9BD4EA10}"/>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2" name="矩形: 圓角 1251">
                    <a:extLst>
                      <a:ext uri="{FF2B5EF4-FFF2-40B4-BE49-F238E27FC236}">
                        <a16:creationId xmlns:a16="http://schemas.microsoft.com/office/drawing/2014/main" id="{1F3E3BA9-8FC2-4F2D-A2D8-57C080643C44}"/>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3" name="矩形: 圓角 1252">
                    <a:extLst>
                      <a:ext uri="{FF2B5EF4-FFF2-40B4-BE49-F238E27FC236}">
                        <a16:creationId xmlns:a16="http://schemas.microsoft.com/office/drawing/2014/main" id="{59CB3B56-0AFC-4579-8E59-468FBF9D2AB5}"/>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4" name="矩形: 圓角 1253">
                    <a:extLst>
                      <a:ext uri="{FF2B5EF4-FFF2-40B4-BE49-F238E27FC236}">
                        <a16:creationId xmlns:a16="http://schemas.microsoft.com/office/drawing/2014/main" id="{45EF5F2D-7039-4EEE-B7C3-07AA9DD1E76E}"/>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5" name="矩形: 圓角 1254">
                    <a:extLst>
                      <a:ext uri="{FF2B5EF4-FFF2-40B4-BE49-F238E27FC236}">
                        <a16:creationId xmlns:a16="http://schemas.microsoft.com/office/drawing/2014/main" id="{22135434-2F43-4165-A0F5-C3B5ACDEEE5B}"/>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6" name="矩形: 圓角 1255">
                    <a:extLst>
                      <a:ext uri="{FF2B5EF4-FFF2-40B4-BE49-F238E27FC236}">
                        <a16:creationId xmlns:a16="http://schemas.microsoft.com/office/drawing/2014/main" id="{8184D53C-4E7C-43C8-BF6D-F2DC61F9E529}"/>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7" name="矩形: 圓角 1256">
                    <a:extLst>
                      <a:ext uri="{FF2B5EF4-FFF2-40B4-BE49-F238E27FC236}">
                        <a16:creationId xmlns:a16="http://schemas.microsoft.com/office/drawing/2014/main" id="{B5A90E5E-8B43-4E80-8E86-1E97CC7AC082}"/>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8" name="矩形: 圓角 1257">
                    <a:extLst>
                      <a:ext uri="{FF2B5EF4-FFF2-40B4-BE49-F238E27FC236}">
                        <a16:creationId xmlns:a16="http://schemas.microsoft.com/office/drawing/2014/main" id="{3B82D905-3420-4B87-9C6C-06C943CC7B7C}"/>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9" name="矩形: 圓角 1258">
                    <a:extLst>
                      <a:ext uri="{FF2B5EF4-FFF2-40B4-BE49-F238E27FC236}">
                        <a16:creationId xmlns:a16="http://schemas.microsoft.com/office/drawing/2014/main" id="{5A75F5B8-2FAD-4529-841D-958501A03FBB}"/>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0" name="矩形: 圓角 1259">
                    <a:extLst>
                      <a:ext uri="{FF2B5EF4-FFF2-40B4-BE49-F238E27FC236}">
                        <a16:creationId xmlns:a16="http://schemas.microsoft.com/office/drawing/2014/main" id="{916936DE-0CF6-4350-B99A-2FA6B6DCCEED}"/>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1" name="矩形: 圓角 1260">
                    <a:extLst>
                      <a:ext uri="{FF2B5EF4-FFF2-40B4-BE49-F238E27FC236}">
                        <a16:creationId xmlns:a16="http://schemas.microsoft.com/office/drawing/2014/main" id="{550D634F-3847-4B02-8670-4E644850E244}"/>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2" name="矩形: 圓角 1261">
                    <a:extLst>
                      <a:ext uri="{FF2B5EF4-FFF2-40B4-BE49-F238E27FC236}">
                        <a16:creationId xmlns:a16="http://schemas.microsoft.com/office/drawing/2014/main" id="{0BDB8D92-D092-45F1-AE07-16B94907D99F}"/>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3" name="矩形: 圓角 1262">
                    <a:extLst>
                      <a:ext uri="{FF2B5EF4-FFF2-40B4-BE49-F238E27FC236}">
                        <a16:creationId xmlns:a16="http://schemas.microsoft.com/office/drawing/2014/main" id="{BCBA2D54-AFFB-4CB3-BF48-1B4AE8678A42}"/>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4" name="矩形: 圓角 1263">
                    <a:extLst>
                      <a:ext uri="{FF2B5EF4-FFF2-40B4-BE49-F238E27FC236}">
                        <a16:creationId xmlns:a16="http://schemas.microsoft.com/office/drawing/2014/main" id="{91DC988A-5540-4673-8346-6CAF49DC12D5}"/>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5" name="矩形: 圓角 1264">
                    <a:extLst>
                      <a:ext uri="{FF2B5EF4-FFF2-40B4-BE49-F238E27FC236}">
                        <a16:creationId xmlns:a16="http://schemas.microsoft.com/office/drawing/2014/main" id="{F8D22266-35A6-4C64-BCEA-AE1268492E91}"/>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6" name="矩形: 圓角 1265">
                    <a:extLst>
                      <a:ext uri="{FF2B5EF4-FFF2-40B4-BE49-F238E27FC236}">
                        <a16:creationId xmlns:a16="http://schemas.microsoft.com/office/drawing/2014/main" id="{A8200670-9FCA-4758-8C8C-3C9E31BD4883}"/>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7" name="矩形: 圓角 1266">
                    <a:extLst>
                      <a:ext uri="{FF2B5EF4-FFF2-40B4-BE49-F238E27FC236}">
                        <a16:creationId xmlns:a16="http://schemas.microsoft.com/office/drawing/2014/main" id="{662E5AA3-77C9-4309-9A03-8E949F2335A2}"/>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8" name="矩形: 圓角 1267">
                    <a:extLst>
                      <a:ext uri="{FF2B5EF4-FFF2-40B4-BE49-F238E27FC236}">
                        <a16:creationId xmlns:a16="http://schemas.microsoft.com/office/drawing/2014/main" id="{2CE5FEDA-E422-49EE-B556-385F26911ABE}"/>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69" name="矩形: 圓角 1268">
                    <a:extLst>
                      <a:ext uri="{FF2B5EF4-FFF2-40B4-BE49-F238E27FC236}">
                        <a16:creationId xmlns:a16="http://schemas.microsoft.com/office/drawing/2014/main" id="{B4D510E4-596A-47FB-999A-5C273BEC8EF0}"/>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70" name="矩形: 圓角 1269">
                    <a:extLst>
                      <a:ext uri="{FF2B5EF4-FFF2-40B4-BE49-F238E27FC236}">
                        <a16:creationId xmlns:a16="http://schemas.microsoft.com/office/drawing/2014/main" id="{2CAD0E70-FC78-4345-AFE2-DFBE1D9D98E2}"/>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5" name="群組 784">
                  <a:extLst>
                    <a:ext uri="{FF2B5EF4-FFF2-40B4-BE49-F238E27FC236}">
                      <a16:creationId xmlns:a16="http://schemas.microsoft.com/office/drawing/2014/main" id="{6B9808DE-65D7-4553-9AA7-17322548AE75}"/>
                    </a:ext>
                  </a:extLst>
                </p:cNvPr>
                <p:cNvGrpSpPr/>
                <p:nvPr/>
              </p:nvGrpSpPr>
              <p:grpSpPr>
                <a:xfrm>
                  <a:off x="6220937" y="3161359"/>
                  <a:ext cx="2172650" cy="93211"/>
                  <a:chOff x="3513163" y="2446155"/>
                  <a:chExt cx="2172650" cy="93211"/>
                </a:xfrm>
              </p:grpSpPr>
              <p:sp>
                <p:nvSpPr>
                  <p:cNvPr id="1231" name="矩形: 圓角 1230">
                    <a:extLst>
                      <a:ext uri="{FF2B5EF4-FFF2-40B4-BE49-F238E27FC236}">
                        <a16:creationId xmlns:a16="http://schemas.microsoft.com/office/drawing/2014/main" id="{B16F9506-5283-41BE-9D0B-4D06807EC53C}"/>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2" name="矩形: 圓角 1231">
                    <a:extLst>
                      <a:ext uri="{FF2B5EF4-FFF2-40B4-BE49-F238E27FC236}">
                        <a16:creationId xmlns:a16="http://schemas.microsoft.com/office/drawing/2014/main" id="{DAB0BA64-4105-4775-9157-4A0CE8D6CF0F}"/>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3" name="矩形: 圓角 1232">
                    <a:extLst>
                      <a:ext uri="{FF2B5EF4-FFF2-40B4-BE49-F238E27FC236}">
                        <a16:creationId xmlns:a16="http://schemas.microsoft.com/office/drawing/2014/main" id="{CD8B2D7C-851B-4CE7-A935-33B072AD080F}"/>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4" name="矩形: 圓角 1233">
                    <a:extLst>
                      <a:ext uri="{FF2B5EF4-FFF2-40B4-BE49-F238E27FC236}">
                        <a16:creationId xmlns:a16="http://schemas.microsoft.com/office/drawing/2014/main" id="{9880B001-4E4E-4DB4-B65D-CE1F48D6D78C}"/>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5" name="矩形: 圓角 1234">
                    <a:extLst>
                      <a:ext uri="{FF2B5EF4-FFF2-40B4-BE49-F238E27FC236}">
                        <a16:creationId xmlns:a16="http://schemas.microsoft.com/office/drawing/2014/main" id="{4E0A2BFD-BD64-436F-86F6-5DDC68EA15DC}"/>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6" name="矩形: 圓角 1235">
                    <a:extLst>
                      <a:ext uri="{FF2B5EF4-FFF2-40B4-BE49-F238E27FC236}">
                        <a16:creationId xmlns:a16="http://schemas.microsoft.com/office/drawing/2014/main" id="{11E0995A-53FB-4581-AAB1-E028898564F6}"/>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7" name="矩形: 圓角 1236">
                    <a:extLst>
                      <a:ext uri="{FF2B5EF4-FFF2-40B4-BE49-F238E27FC236}">
                        <a16:creationId xmlns:a16="http://schemas.microsoft.com/office/drawing/2014/main" id="{5961BD81-57E3-4B44-87D2-037BD1F812A2}"/>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8" name="矩形: 圓角 1237">
                    <a:extLst>
                      <a:ext uri="{FF2B5EF4-FFF2-40B4-BE49-F238E27FC236}">
                        <a16:creationId xmlns:a16="http://schemas.microsoft.com/office/drawing/2014/main" id="{AD2CBFDF-18ED-457E-A2F5-8DEB41B615A4}"/>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9" name="矩形: 圓角 1238">
                    <a:extLst>
                      <a:ext uri="{FF2B5EF4-FFF2-40B4-BE49-F238E27FC236}">
                        <a16:creationId xmlns:a16="http://schemas.microsoft.com/office/drawing/2014/main" id="{5F192C6E-9022-42B5-A639-AFAD5EA47BF5}"/>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0" name="矩形: 圓角 1239">
                    <a:extLst>
                      <a:ext uri="{FF2B5EF4-FFF2-40B4-BE49-F238E27FC236}">
                        <a16:creationId xmlns:a16="http://schemas.microsoft.com/office/drawing/2014/main" id="{58F0D704-B37D-45BA-A515-62ACD849A02A}"/>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1" name="矩形: 圓角 1240">
                    <a:extLst>
                      <a:ext uri="{FF2B5EF4-FFF2-40B4-BE49-F238E27FC236}">
                        <a16:creationId xmlns:a16="http://schemas.microsoft.com/office/drawing/2014/main" id="{7A23EFE5-7D74-49AB-8D29-939B079C73C5}"/>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2" name="矩形: 圓角 1241">
                    <a:extLst>
                      <a:ext uri="{FF2B5EF4-FFF2-40B4-BE49-F238E27FC236}">
                        <a16:creationId xmlns:a16="http://schemas.microsoft.com/office/drawing/2014/main" id="{A4E3ED1D-EA10-4784-8484-9A54B597B073}"/>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3" name="矩形: 圓角 1242">
                    <a:extLst>
                      <a:ext uri="{FF2B5EF4-FFF2-40B4-BE49-F238E27FC236}">
                        <a16:creationId xmlns:a16="http://schemas.microsoft.com/office/drawing/2014/main" id="{CA1AB760-75A9-49FF-B346-F89A24A8C431}"/>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4" name="矩形: 圓角 1243">
                    <a:extLst>
                      <a:ext uri="{FF2B5EF4-FFF2-40B4-BE49-F238E27FC236}">
                        <a16:creationId xmlns:a16="http://schemas.microsoft.com/office/drawing/2014/main" id="{18F95F86-862C-4829-AA8C-45EA3C4FDD00}"/>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5" name="矩形: 圓角 1244">
                    <a:extLst>
                      <a:ext uri="{FF2B5EF4-FFF2-40B4-BE49-F238E27FC236}">
                        <a16:creationId xmlns:a16="http://schemas.microsoft.com/office/drawing/2014/main" id="{7A5AF4B0-5165-4A97-90D8-C7A278528D0B}"/>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6" name="矩形: 圓角 1245">
                    <a:extLst>
                      <a:ext uri="{FF2B5EF4-FFF2-40B4-BE49-F238E27FC236}">
                        <a16:creationId xmlns:a16="http://schemas.microsoft.com/office/drawing/2014/main" id="{2BCA2242-06A6-4D6D-89F2-5CC8BC68D3AD}"/>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7" name="矩形: 圓角 1246">
                    <a:extLst>
                      <a:ext uri="{FF2B5EF4-FFF2-40B4-BE49-F238E27FC236}">
                        <a16:creationId xmlns:a16="http://schemas.microsoft.com/office/drawing/2014/main" id="{6C9A64C2-5441-4424-9231-B71336DF850A}"/>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8" name="矩形: 圓角 1247">
                    <a:extLst>
                      <a:ext uri="{FF2B5EF4-FFF2-40B4-BE49-F238E27FC236}">
                        <a16:creationId xmlns:a16="http://schemas.microsoft.com/office/drawing/2014/main" id="{8256CB92-23D4-46DC-B9AA-29630E7ECE81}"/>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49" name="矩形: 圓角 1248">
                    <a:extLst>
                      <a:ext uri="{FF2B5EF4-FFF2-40B4-BE49-F238E27FC236}">
                        <a16:creationId xmlns:a16="http://schemas.microsoft.com/office/drawing/2014/main" id="{E2C749E0-C9CF-44D7-BD75-4F7AB6467418}"/>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50" name="矩形: 圓角 1249">
                    <a:extLst>
                      <a:ext uri="{FF2B5EF4-FFF2-40B4-BE49-F238E27FC236}">
                        <a16:creationId xmlns:a16="http://schemas.microsoft.com/office/drawing/2014/main" id="{701AFF9F-AE24-4894-8328-026BAE93E89C}"/>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6" name="群組 785">
                  <a:extLst>
                    <a:ext uri="{FF2B5EF4-FFF2-40B4-BE49-F238E27FC236}">
                      <a16:creationId xmlns:a16="http://schemas.microsoft.com/office/drawing/2014/main" id="{B925BD9D-76DE-4B40-AC6C-D02A6D18D89E}"/>
                    </a:ext>
                  </a:extLst>
                </p:cNvPr>
                <p:cNvGrpSpPr/>
                <p:nvPr/>
              </p:nvGrpSpPr>
              <p:grpSpPr>
                <a:xfrm>
                  <a:off x="3513163" y="3305684"/>
                  <a:ext cx="2172650" cy="93211"/>
                  <a:chOff x="3513163" y="2446155"/>
                  <a:chExt cx="2172650" cy="93211"/>
                </a:xfrm>
              </p:grpSpPr>
              <p:sp>
                <p:nvSpPr>
                  <p:cNvPr id="1211" name="矩形: 圓角 1210">
                    <a:extLst>
                      <a:ext uri="{FF2B5EF4-FFF2-40B4-BE49-F238E27FC236}">
                        <a16:creationId xmlns:a16="http://schemas.microsoft.com/office/drawing/2014/main" id="{30A58D22-1DCB-4EEB-8001-81E55D010D15}"/>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2" name="矩形: 圓角 1211">
                    <a:extLst>
                      <a:ext uri="{FF2B5EF4-FFF2-40B4-BE49-F238E27FC236}">
                        <a16:creationId xmlns:a16="http://schemas.microsoft.com/office/drawing/2014/main" id="{A3D05533-7DD9-42FF-94B4-C16E093260EE}"/>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3" name="矩形: 圓角 1212">
                    <a:extLst>
                      <a:ext uri="{FF2B5EF4-FFF2-40B4-BE49-F238E27FC236}">
                        <a16:creationId xmlns:a16="http://schemas.microsoft.com/office/drawing/2014/main" id="{66FE560D-FFC2-40E5-9B67-5F7274FA1237}"/>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4" name="矩形: 圓角 1213">
                    <a:extLst>
                      <a:ext uri="{FF2B5EF4-FFF2-40B4-BE49-F238E27FC236}">
                        <a16:creationId xmlns:a16="http://schemas.microsoft.com/office/drawing/2014/main" id="{0368229E-C11D-4697-B19D-2ADB155565E1}"/>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5" name="矩形: 圓角 1214">
                    <a:extLst>
                      <a:ext uri="{FF2B5EF4-FFF2-40B4-BE49-F238E27FC236}">
                        <a16:creationId xmlns:a16="http://schemas.microsoft.com/office/drawing/2014/main" id="{53AE34A6-F922-445F-94E4-9BE9C54BA762}"/>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6" name="矩形: 圓角 1215">
                    <a:extLst>
                      <a:ext uri="{FF2B5EF4-FFF2-40B4-BE49-F238E27FC236}">
                        <a16:creationId xmlns:a16="http://schemas.microsoft.com/office/drawing/2014/main" id="{6B496E8B-1531-4FBE-9298-392780D13814}"/>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7" name="矩形: 圓角 1216">
                    <a:extLst>
                      <a:ext uri="{FF2B5EF4-FFF2-40B4-BE49-F238E27FC236}">
                        <a16:creationId xmlns:a16="http://schemas.microsoft.com/office/drawing/2014/main" id="{FD14776F-5F44-4063-9638-AA80373D458D}"/>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8" name="矩形: 圓角 1217">
                    <a:extLst>
                      <a:ext uri="{FF2B5EF4-FFF2-40B4-BE49-F238E27FC236}">
                        <a16:creationId xmlns:a16="http://schemas.microsoft.com/office/drawing/2014/main" id="{F6A7D5CF-B201-47D5-A862-C8A85841EB78}"/>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9" name="矩形: 圓角 1218">
                    <a:extLst>
                      <a:ext uri="{FF2B5EF4-FFF2-40B4-BE49-F238E27FC236}">
                        <a16:creationId xmlns:a16="http://schemas.microsoft.com/office/drawing/2014/main" id="{5ACE149C-CD92-4C64-8636-74390B1306B8}"/>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0" name="矩形: 圓角 1219">
                    <a:extLst>
                      <a:ext uri="{FF2B5EF4-FFF2-40B4-BE49-F238E27FC236}">
                        <a16:creationId xmlns:a16="http://schemas.microsoft.com/office/drawing/2014/main" id="{ED19531E-56FC-49EB-9890-6FA3547821F4}"/>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1" name="矩形: 圓角 1220">
                    <a:extLst>
                      <a:ext uri="{FF2B5EF4-FFF2-40B4-BE49-F238E27FC236}">
                        <a16:creationId xmlns:a16="http://schemas.microsoft.com/office/drawing/2014/main" id="{6B460BC3-FE5C-421E-91C9-ACD1724C3DEA}"/>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2" name="矩形: 圓角 1221">
                    <a:extLst>
                      <a:ext uri="{FF2B5EF4-FFF2-40B4-BE49-F238E27FC236}">
                        <a16:creationId xmlns:a16="http://schemas.microsoft.com/office/drawing/2014/main" id="{F3400CAD-7D56-4C88-BDBC-2889CA1B5134}"/>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3" name="矩形: 圓角 1222">
                    <a:extLst>
                      <a:ext uri="{FF2B5EF4-FFF2-40B4-BE49-F238E27FC236}">
                        <a16:creationId xmlns:a16="http://schemas.microsoft.com/office/drawing/2014/main" id="{BD98BD5C-8FEA-48C1-8140-627F18B3D0CD}"/>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4" name="矩形: 圓角 1223">
                    <a:extLst>
                      <a:ext uri="{FF2B5EF4-FFF2-40B4-BE49-F238E27FC236}">
                        <a16:creationId xmlns:a16="http://schemas.microsoft.com/office/drawing/2014/main" id="{5ABE89B7-EC60-4FC4-A304-1389A25B3305}"/>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5" name="矩形: 圓角 1224">
                    <a:extLst>
                      <a:ext uri="{FF2B5EF4-FFF2-40B4-BE49-F238E27FC236}">
                        <a16:creationId xmlns:a16="http://schemas.microsoft.com/office/drawing/2014/main" id="{C73DC4FA-A5B0-4D05-A14F-CE9AA743508E}"/>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6" name="矩形: 圓角 1225">
                    <a:extLst>
                      <a:ext uri="{FF2B5EF4-FFF2-40B4-BE49-F238E27FC236}">
                        <a16:creationId xmlns:a16="http://schemas.microsoft.com/office/drawing/2014/main" id="{09FBBF13-F8EB-4EC6-88D5-5A752C65093A}"/>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7" name="矩形: 圓角 1226">
                    <a:extLst>
                      <a:ext uri="{FF2B5EF4-FFF2-40B4-BE49-F238E27FC236}">
                        <a16:creationId xmlns:a16="http://schemas.microsoft.com/office/drawing/2014/main" id="{362FD266-B74E-4193-8B86-CC37FD5D6BAF}"/>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8" name="矩形: 圓角 1227">
                    <a:extLst>
                      <a:ext uri="{FF2B5EF4-FFF2-40B4-BE49-F238E27FC236}">
                        <a16:creationId xmlns:a16="http://schemas.microsoft.com/office/drawing/2014/main" id="{F27F966E-5421-4676-BACF-998828FDE385}"/>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9" name="矩形: 圓角 1228">
                    <a:extLst>
                      <a:ext uri="{FF2B5EF4-FFF2-40B4-BE49-F238E27FC236}">
                        <a16:creationId xmlns:a16="http://schemas.microsoft.com/office/drawing/2014/main" id="{F3659CDA-AA17-49C8-8D11-B09B86DD7395}"/>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0" name="矩形: 圓角 1229">
                    <a:extLst>
                      <a:ext uri="{FF2B5EF4-FFF2-40B4-BE49-F238E27FC236}">
                        <a16:creationId xmlns:a16="http://schemas.microsoft.com/office/drawing/2014/main" id="{C110A078-2022-4B59-94B9-A043C2E5757D}"/>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7" name="群組 786">
                  <a:extLst>
                    <a:ext uri="{FF2B5EF4-FFF2-40B4-BE49-F238E27FC236}">
                      <a16:creationId xmlns:a16="http://schemas.microsoft.com/office/drawing/2014/main" id="{8CC15EBB-88D1-49E3-A3BD-3F05D47638D5}"/>
                    </a:ext>
                  </a:extLst>
                </p:cNvPr>
                <p:cNvGrpSpPr/>
                <p:nvPr/>
              </p:nvGrpSpPr>
              <p:grpSpPr>
                <a:xfrm>
                  <a:off x="6220937" y="3302192"/>
                  <a:ext cx="2172650" cy="93211"/>
                  <a:chOff x="3513163" y="2446155"/>
                  <a:chExt cx="2172650" cy="93211"/>
                </a:xfrm>
              </p:grpSpPr>
              <p:sp>
                <p:nvSpPr>
                  <p:cNvPr id="1191" name="矩形: 圓角 1190">
                    <a:extLst>
                      <a:ext uri="{FF2B5EF4-FFF2-40B4-BE49-F238E27FC236}">
                        <a16:creationId xmlns:a16="http://schemas.microsoft.com/office/drawing/2014/main" id="{7778124F-B19F-4AE1-AFFA-EB12691F9B18}"/>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2" name="矩形: 圓角 1191">
                    <a:extLst>
                      <a:ext uri="{FF2B5EF4-FFF2-40B4-BE49-F238E27FC236}">
                        <a16:creationId xmlns:a16="http://schemas.microsoft.com/office/drawing/2014/main" id="{9A9C8A52-E416-4FC2-9565-513333A7335B}"/>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3" name="矩形: 圓角 1192">
                    <a:extLst>
                      <a:ext uri="{FF2B5EF4-FFF2-40B4-BE49-F238E27FC236}">
                        <a16:creationId xmlns:a16="http://schemas.microsoft.com/office/drawing/2014/main" id="{6C65734C-F9AA-4E9C-AB66-857039D1BDD2}"/>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4" name="矩形: 圓角 1193">
                    <a:extLst>
                      <a:ext uri="{FF2B5EF4-FFF2-40B4-BE49-F238E27FC236}">
                        <a16:creationId xmlns:a16="http://schemas.microsoft.com/office/drawing/2014/main" id="{4F5514A4-FF82-4E3F-9425-A6E9F7B21A3E}"/>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5" name="矩形: 圓角 1194">
                    <a:extLst>
                      <a:ext uri="{FF2B5EF4-FFF2-40B4-BE49-F238E27FC236}">
                        <a16:creationId xmlns:a16="http://schemas.microsoft.com/office/drawing/2014/main" id="{F3291277-F4BC-4F57-BCB1-F1093516241A}"/>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6" name="矩形: 圓角 1195">
                    <a:extLst>
                      <a:ext uri="{FF2B5EF4-FFF2-40B4-BE49-F238E27FC236}">
                        <a16:creationId xmlns:a16="http://schemas.microsoft.com/office/drawing/2014/main" id="{92331F07-9F52-4C45-9813-0C907693556C}"/>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7" name="矩形: 圓角 1196">
                    <a:extLst>
                      <a:ext uri="{FF2B5EF4-FFF2-40B4-BE49-F238E27FC236}">
                        <a16:creationId xmlns:a16="http://schemas.microsoft.com/office/drawing/2014/main" id="{FC03BEFE-0A78-46B3-9650-595C065108D4}"/>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8" name="矩形: 圓角 1197">
                    <a:extLst>
                      <a:ext uri="{FF2B5EF4-FFF2-40B4-BE49-F238E27FC236}">
                        <a16:creationId xmlns:a16="http://schemas.microsoft.com/office/drawing/2014/main" id="{4DFF6144-C708-44C1-B652-74E00A0E65B8}"/>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9" name="矩形: 圓角 1198">
                    <a:extLst>
                      <a:ext uri="{FF2B5EF4-FFF2-40B4-BE49-F238E27FC236}">
                        <a16:creationId xmlns:a16="http://schemas.microsoft.com/office/drawing/2014/main" id="{DCA9AFB4-E250-4E8E-88EE-577A466B179D}"/>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0" name="矩形: 圓角 1199">
                    <a:extLst>
                      <a:ext uri="{FF2B5EF4-FFF2-40B4-BE49-F238E27FC236}">
                        <a16:creationId xmlns:a16="http://schemas.microsoft.com/office/drawing/2014/main" id="{388A9360-22CB-44E5-AC77-1EA4748EBDA5}"/>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1" name="矩形: 圓角 1200">
                    <a:extLst>
                      <a:ext uri="{FF2B5EF4-FFF2-40B4-BE49-F238E27FC236}">
                        <a16:creationId xmlns:a16="http://schemas.microsoft.com/office/drawing/2014/main" id="{254840B8-A3ED-410C-AEC5-318A772CCAFB}"/>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2" name="矩形: 圓角 1201">
                    <a:extLst>
                      <a:ext uri="{FF2B5EF4-FFF2-40B4-BE49-F238E27FC236}">
                        <a16:creationId xmlns:a16="http://schemas.microsoft.com/office/drawing/2014/main" id="{997477DC-F5C8-4220-9812-6E757F7FC50E}"/>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3" name="矩形: 圓角 1202">
                    <a:extLst>
                      <a:ext uri="{FF2B5EF4-FFF2-40B4-BE49-F238E27FC236}">
                        <a16:creationId xmlns:a16="http://schemas.microsoft.com/office/drawing/2014/main" id="{5B55A996-27E8-41BB-9308-E123E2038992}"/>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4" name="矩形: 圓角 1203">
                    <a:extLst>
                      <a:ext uri="{FF2B5EF4-FFF2-40B4-BE49-F238E27FC236}">
                        <a16:creationId xmlns:a16="http://schemas.microsoft.com/office/drawing/2014/main" id="{867135D3-791A-4C5D-BEF1-A68AFACD6BE1}"/>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5" name="矩形: 圓角 1204">
                    <a:extLst>
                      <a:ext uri="{FF2B5EF4-FFF2-40B4-BE49-F238E27FC236}">
                        <a16:creationId xmlns:a16="http://schemas.microsoft.com/office/drawing/2014/main" id="{8D72F97B-43C0-4E1E-9E92-275933D02209}"/>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6" name="矩形: 圓角 1205">
                    <a:extLst>
                      <a:ext uri="{FF2B5EF4-FFF2-40B4-BE49-F238E27FC236}">
                        <a16:creationId xmlns:a16="http://schemas.microsoft.com/office/drawing/2014/main" id="{6FA71F36-774B-44F9-AACE-45D6448C683A}"/>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7" name="矩形: 圓角 1206">
                    <a:extLst>
                      <a:ext uri="{FF2B5EF4-FFF2-40B4-BE49-F238E27FC236}">
                        <a16:creationId xmlns:a16="http://schemas.microsoft.com/office/drawing/2014/main" id="{C9FD1CF6-6880-4B87-8C8F-E05DA6F2B0FF}"/>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8" name="矩形: 圓角 1207">
                    <a:extLst>
                      <a:ext uri="{FF2B5EF4-FFF2-40B4-BE49-F238E27FC236}">
                        <a16:creationId xmlns:a16="http://schemas.microsoft.com/office/drawing/2014/main" id="{12013C15-3436-4311-9EAA-CB5A9448C137}"/>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09" name="矩形: 圓角 1208">
                    <a:extLst>
                      <a:ext uri="{FF2B5EF4-FFF2-40B4-BE49-F238E27FC236}">
                        <a16:creationId xmlns:a16="http://schemas.microsoft.com/office/drawing/2014/main" id="{7CCCCA10-82EC-4256-9FFC-34581193022F}"/>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10" name="矩形: 圓角 1209">
                    <a:extLst>
                      <a:ext uri="{FF2B5EF4-FFF2-40B4-BE49-F238E27FC236}">
                        <a16:creationId xmlns:a16="http://schemas.microsoft.com/office/drawing/2014/main" id="{65B22989-3044-42EF-83A7-5C44BCF2B309}"/>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8" name="群組 787">
                  <a:extLst>
                    <a:ext uri="{FF2B5EF4-FFF2-40B4-BE49-F238E27FC236}">
                      <a16:creationId xmlns:a16="http://schemas.microsoft.com/office/drawing/2014/main" id="{CD49E0A8-D563-4514-BA29-B4E0C34380D0}"/>
                    </a:ext>
                  </a:extLst>
                </p:cNvPr>
                <p:cNvGrpSpPr/>
                <p:nvPr/>
              </p:nvGrpSpPr>
              <p:grpSpPr>
                <a:xfrm>
                  <a:off x="3513163" y="3450009"/>
                  <a:ext cx="2172650" cy="93211"/>
                  <a:chOff x="3513163" y="2446155"/>
                  <a:chExt cx="2172650" cy="93211"/>
                </a:xfrm>
              </p:grpSpPr>
              <p:sp>
                <p:nvSpPr>
                  <p:cNvPr id="1171" name="矩形: 圓角 1170">
                    <a:extLst>
                      <a:ext uri="{FF2B5EF4-FFF2-40B4-BE49-F238E27FC236}">
                        <a16:creationId xmlns:a16="http://schemas.microsoft.com/office/drawing/2014/main" id="{EBA302A8-B1EC-4AC9-BE3B-465833E2DAA9}"/>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2" name="矩形: 圓角 1171">
                    <a:extLst>
                      <a:ext uri="{FF2B5EF4-FFF2-40B4-BE49-F238E27FC236}">
                        <a16:creationId xmlns:a16="http://schemas.microsoft.com/office/drawing/2014/main" id="{71C2C13C-7F0B-4325-9D62-642ADBA88ED7}"/>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3" name="矩形: 圓角 1172">
                    <a:extLst>
                      <a:ext uri="{FF2B5EF4-FFF2-40B4-BE49-F238E27FC236}">
                        <a16:creationId xmlns:a16="http://schemas.microsoft.com/office/drawing/2014/main" id="{C38A6C41-6670-49E9-AD23-7C187F8E9C40}"/>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4" name="矩形: 圓角 1173">
                    <a:extLst>
                      <a:ext uri="{FF2B5EF4-FFF2-40B4-BE49-F238E27FC236}">
                        <a16:creationId xmlns:a16="http://schemas.microsoft.com/office/drawing/2014/main" id="{9513B555-BA2A-4F76-ADD0-69E0C156E02B}"/>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5" name="矩形: 圓角 1174">
                    <a:extLst>
                      <a:ext uri="{FF2B5EF4-FFF2-40B4-BE49-F238E27FC236}">
                        <a16:creationId xmlns:a16="http://schemas.microsoft.com/office/drawing/2014/main" id="{F138D2B2-9BBB-42A4-B15C-EAE693FAB5CC}"/>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6" name="矩形: 圓角 1175">
                    <a:extLst>
                      <a:ext uri="{FF2B5EF4-FFF2-40B4-BE49-F238E27FC236}">
                        <a16:creationId xmlns:a16="http://schemas.microsoft.com/office/drawing/2014/main" id="{21F653D4-EFE4-4501-8C45-671527949977}"/>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7" name="矩形: 圓角 1176">
                    <a:extLst>
                      <a:ext uri="{FF2B5EF4-FFF2-40B4-BE49-F238E27FC236}">
                        <a16:creationId xmlns:a16="http://schemas.microsoft.com/office/drawing/2014/main" id="{ACFE4A87-41D5-4EF2-AB0F-9491B5A38124}"/>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8" name="矩形: 圓角 1177">
                    <a:extLst>
                      <a:ext uri="{FF2B5EF4-FFF2-40B4-BE49-F238E27FC236}">
                        <a16:creationId xmlns:a16="http://schemas.microsoft.com/office/drawing/2014/main" id="{AD584F66-5AD0-4004-8879-A068322DEF81}"/>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9" name="矩形: 圓角 1178">
                    <a:extLst>
                      <a:ext uri="{FF2B5EF4-FFF2-40B4-BE49-F238E27FC236}">
                        <a16:creationId xmlns:a16="http://schemas.microsoft.com/office/drawing/2014/main" id="{AF7A61F0-9003-418E-9CA4-4B0939A83B96}"/>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0" name="矩形: 圓角 1179">
                    <a:extLst>
                      <a:ext uri="{FF2B5EF4-FFF2-40B4-BE49-F238E27FC236}">
                        <a16:creationId xmlns:a16="http://schemas.microsoft.com/office/drawing/2014/main" id="{7FA544BA-B48A-4E42-B539-CC22251075DA}"/>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1" name="矩形: 圓角 1180">
                    <a:extLst>
                      <a:ext uri="{FF2B5EF4-FFF2-40B4-BE49-F238E27FC236}">
                        <a16:creationId xmlns:a16="http://schemas.microsoft.com/office/drawing/2014/main" id="{F479BCC5-77C0-4DB5-92D3-C77157C9324B}"/>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2" name="矩形: 圓角 1181">
                    <a:extLst>
                      <a:ext uri="{FF2B5EF4-FFF2-40B4-BE49-F238E27FC236}">
                        <a16:creationId xmlns:a16="http://schemas.microsoft.com/office/drawing/2014/main" id="{7868A8C8-7DB2-439B-B783-CD94A19A33F9}"/>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3" name="矩形: 圓角 1182">
                    <a:extLst>
                      <a:ext uri="{FF2B5EF4-FFF2-40B4-BE49-F238E27FC236}">
                        <a16:creationId xmlns:a16="http://schemas.microsoft.com/office/drawing/2014/main" id="{69E07385-E9E8-4CAF-9502-0FD0D8D6185F}"/>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4" name="矩形: 圓角 1183">
                    <a:extLst>
                      <a:ext uri="{FF2B5EF4-FFF2-40B4-BE49-F238E27FC236}">
                        <a16:creationId xmlns:a16="http://schemas.microsoft.com/office/drawing/2014/main" id="{CEDBB6BE-264F-4A6A-8C45-AF0D89045D4E}"/>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5" name="矩形: 圓角 1184">
                    <a:extLst>
                      <a:ext uri="{FF2B5EF4-FFF2-40B4-BE49-F238E27FC236}">
                        <a16:creationId xmlns:a16="http://schemas.microsoft.com/office/drawing/2014/main" id="{5FB8AF3C-6A64-4D67-9215-7E3639C7DDB5}"/>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6" name="矩形: 圓角 1185">
                    <a:extLst>
                      <a:ext uri="{FF2B5EF4-FFF2-40B4-BE49-F238E27FC236}">
                        <a16:creationId xmlns:a16="http://schemas.microsoft.com/office/drawing/2014/main" id="{9C9122C8-BB5A-47D1-97CC-E8500E85CC0D}"/>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7" name="矩形: 圓角 1186">
                    <a:extLst>
                      <a:ext uri="{FF2B5EF4-FFF2-40B4-BE49-F238E27FC236}">
                        <a16:creationId xmlns:a16="http://schemas.microsoft.com/office/drawing/2014/main" id="{DB0D9FF7-470C-4C74-A173-4032217BEB21}"/>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8" name="矩形: 圓角 1187">
                    <a:extLst>
                      <a:ext uri="{FF2B5EF4-FFF2-40B4-BE49-F238E27FC236}">
                        <a16:creationId xmlns:a16="http://schemas.microsoft.com/office/drawing/2014/main" id="{E3A625A3-A273-4BEC-90CE-FEA592B2D566}"/>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89" name="矩形: 圓角 1188">
                    <a:extLst>
                      <a:ext uri="{FF2B5EF4-FFF2-40B4-BE49-F238E27FC236}">
                        <a16:creationId xmlns:a16="http://schemas.microsoft.com/office/drawing/2014/main" id="{ACACB06D-DDDB-45F7-88AE-438622EC153F}"/>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90" name="矩形: 圓角 1189">
                    <a:extLst>
                      <a:ext uri="{FF2B5EF4-FFF2-40B4-BE49-F238E27FC236}">
                        <a16:creationId xmlns:a16="http://schemas.microsoft.com/office/drawing/2014/main" id="{59E7D5EA-CDC6-439D-AA86-E81CEB3D4796}"/>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9" name="群組 788">
                  <a:extLst>
                    <a:ext uri="{FF2B5EF4-FFF2-40B4-BE49-F238E27FC236}">
                      <a16:creationId xmlns:a16="http://schemas.microsoft.com/office/drawing/2014/main" id="{2521F419-1282-46FE-966F-C814329A6391}"/>
                    </a:ext>
                  </a:extLst>
                </p:cNvPr>
                <p:cNvGrpSpPr/>
                <p:nvPr/>
              </p:nvGrpSpPr>
              <p:grpSpPr>
                <a:xfrm>
                  <a:off x="6220937" y="3446517"/>
                  <a:ext cx="2172650" cy="93211"/>
                  <a:chOff x="3513163" y="2446155"/>
                  <a:chExt cx="2172650" cy="93211"/>
                </a:xfrm>
              </p:grpSpPr>
              <p:sp>
                <p:nvSpPr>
                  <p:cNvPr id="1151" name="矩形: 圓角 1150">
                    <a:extLst>
                      <a:ext uri="{FF2B5EF4-FFF2-40B4-BE49-F238E27FC236}">
                        <a16:creationId xmlns:a16="http://schemas.microsoft.com/office/drawing/2014/main" id="{2DC706A9-9971-46A9-8A24-94A3F54D76CF}"/>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2" name="矩形: 圓角 1151">
                    <a:extLst>
                      <a:ext uri="{FF2B5EF4-FFF2-40B4-BE49-F238E27FC236}">
                        <a16:creationId xmlns:a16="http://schemas.microsoft.com/office/drawing/2014/main" id="{DD957A82-A698-4569-8D14-7C8ADB8F608B}"/>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3" name="矩形: 圓角 1152">
                    <a:extLst>
                      <a:ext uri="{FF2B5EF4-FFF2-40B4-BE49-F238E27FC236}">
                        <a16:creationId xmlns:a16="http://schemas.microsoft.com/office/drawing/2014/main" id="{F400BECC-88C9-4373-86AA-82C83B750C23}"/>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4" name="矩形: 圓角 1153">
                    <a:extLst>
                      <a:ext uri="{FF2B5EF4-FFF2-40B4-BE49-F238E27FC236}">
                        <a16:creationId xmlns:a16="http://schemas.microsoft.com/office/drawing/2014/main" id="{5AE94805-1BB5-495B-AFA4-E6F4231C8D90}"/>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5" name="矩形: 圓角 1154">
                    <a:extLst>
                      <a:ext uri="{FF2B5EF4-FFF2-40B4-BE49-F238E27FC236}">
                        <a16:creationId xmlns:a16="http://schemas.microsoft.com/office/drawing/2014/main" id="{6683E813-E8DA-48AB-A650-590E29009C9C}"/>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6" name="矩形: 圓角 1155">
                    <a:extLst>
                      <a:ext uri="{FF2B5EF4-FFF2-40B4-BE49-F238E27FC236}">
                        <a16:creationId xmlns:a16="http://schemas.microsoft.com/office/drawing/2014/main" id="{4483C439-6E8A-45B4-9E5E-AEDD02364D78}"/>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7" name="矩形: 圓角 1156">
                    <a:extLst>
                      <a:ext uri="{FF2B5EF4-FFF2-40B4-BE49-F238E27FC236}">
                        <a16:creationId xmlns:a16="http://schemas.microsoft.com/office/drawing/2014/main" id="{DF80140C-97A4-4894-BAA8-221CD19DC714}"/>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8" name="矩形: 圓角 1157">
                    <a:extLst>
                      <a:ext uri="{FF2B5EF4-FFF2-40B4-BE49-F238E27FC236}">
                        <a16:creationId xmlns:a16="http://schemas.microsoft.com/office/drawing/2014/main" id="{957F9956-1986-457C-9AB3-25F1204A9268}"/>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9" name="矩形: 圓角 1158">
                    <a:extLst>
                      <a:ext uri="{FF2B5EF4-FFF2-40B4-BE49-F238E27FC236}">
                        <a16:creationId xmlns:a16="http://schemas.microsoft.com/office/drawing/2014/main" id="{B939EA63-143F-4FB4-AFBC-785DF4017878}"/>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0" name="矩形: 圓角 1159">
                    <a:extLst>
                      <a:ext uri="{FF2B5EF4-FFF2-40B4-BE49-F238E27FC236}">
                        <a16:creationId xmlns:a16="http://schemas.microsoft.com/office/drawing/2014/main" id="{6CF1572B-7505-4919-8603-171A141B992F}"/>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1" name="矩形: 圓角 1160">
                    <a:extLst>
                      <a:ext uri="{FF2B5EF4-FFF2-40B4-BE49-F238E27FC236}">
                        <a16:creationId xmlns:a16="http://schemas.microsoft.com/office/drawing/2014/main" id="{AEEDF5D2-38CF-45DB-B7C3-939FAF6A2338}"/>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2" name="矩形: 圓角 1161">
                    <a:extLst>
                      <a:ext uri="{FF2B5EF4-FFF2-40B4-BE49-F238E27FC236}">
                        <a16:creationId xmlns:a16="http://schemas.microsoft.com/office/drawing/2014/main" id="{DC6DA804-9292-4ADA-8141-659C6E0A6BCB}"/>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3" name="矩形: 圓角 1162">
                    <a:extLst>
                      <a:ext uri="{FF2B5EF4-FFF2-40B4-BE49-F238E27FC236}">
                        <a16:creationId xmlns:a16="http://schemas.microsoft.com/office/drawing/2014/main" id="{1BB9C7C9-87EA-4DCA-B36E-3E6D52913CFB}"/>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4" name="矩形: 圓角 1163">
                    <a:extLst>
                      <a:ext uri="{FF2B5EF4-FFF2-40B4-BE49-F238E27FC236}">
                        <a16:creationId xmlns:a16="http://schemas.microsoft.com/office/drawing/2014/main" id="{0EF6AC4C-D535-4B80-A093-D12478AF0C3C}"/>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5" name="矩形: 圓角 1164">
                    <a:extLst>
                      <a:ext uri="{FF2B5EF4-FFF2-40B4-BE49-F238E27FC236}">
                        <a16:creationId xmlns:a16="http://schemas.microsoft.com/office/drawing/2014/main" id="{C3160175-0930-4463-86D9-B870B6E344E2}"/>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6" name="矩形: 圓角 1165">
                    <a:extLst>
                      <a:ext uri="{FF2B5EF4-FFF2-40B4-BE49-F238E27FC236}">
                        <a16:creationId xmlns:a16="http://schemas.microsoft.com/office/drawing/2014/main" id="{03FB0485-BAD8-4D4F-A555-AC6DAF598C1E}"/>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7" name="矩形: 圓角 1166">
                    <a:extLst>
                      <a:ext uri="{FF2B5EF4-FFF2-40B4-BE49-F238E27FC236}">
                        <a16:creationId xmlns:a16="http://schemas.microsoft.com/office/drawing/2014/main" id="{212BA191-244D-4652-91EC-059732D45A56}"/>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8" name="矩形: 圓角 1167">
                    <a:extLst>
                      <a:ext uri="{FF2B5EF4-FFF2-40B4-BE49-F238E27FC236}">
                        <a16:creationId xmlns:a16="http://schemas.microsoft.com/office/drawing/2014/main" id="{7C70B025-88E1-46CF-83CE-6C7142EFC4B0}"/>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9" name="矩形: 圓角 1168">
                    <a:extLst>
                      <a:ext uri="{FF2B5EF4-FFF2-40B4-BE49-F238E27FC236}">
                        <a16:creationId xmlns:a16="http://schemas.microsoft.com/office/drawing/2014/main" id="{987FD19A-C79A-4D3D-8335-A1E25D7B796E}"/>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70" name="矩形: 圓角 1169">
                    <a:extLst>
                      <a:ext uri="{FF2B5EF4-FFF2-40B4-BE49-F238E27FC236}">
                        <a16:creationId xmlns:a16="http://schemas.microsoft.com/office/drawing/2014/main" id="{6A896C08-6224-4775-B46E-BFD0D23488E5}"/>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0" name="群組 789">
                  <a:extLst>
                    <a:ext uri="{FF2B5EF4-FFF2-40B4-BE49-F238E27FC236}">
                      <a16:creationId xmlns:a16="http://schemas.microsoft.com/office/drawing/2014/main" id="{1A61A343-13F7-461B-89B2-862C879CA313}"/>
                    </a:ext>
                  </a:extLst>
                </p:cNvPr>
                <p:cNvGrpSpPr/>
                <p:nvPr/>
              </p:nvGrpSpPr>
              <p:grpSpPr>
                <a:xfrm>
                  <a:off x="3515392" y="3607471"/>
                  <a:ext cx="2172650" cy="93211"/>
                  <a:chOff x="3513163" y="2446155"/>
                  <a:chExt cx="2172650" cy="93211"/>
                </a:xfrm>
              </p:grpSpPr>
              <p:sp>
                <p:nvSpPr>
                  <p:cNvPr id="1131" name="矩形: 圓角 1130">
                    <a:extLst>
                      <a:ext uri="{FF2B5EF4-FFF2-40B4-BE49-F238E27FC236}">
                        <a16:creationId xmlns:a16="http://schemas.microsoft.com/office/drawing/2014/main" id="{A8E9377B-3BA7-4DBC-BC4D-B33FC3431836}"/>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2" name="矩形: 圓角 1131">
                    <a:extLst>
                      <a:ext uri="{FF2B5EF4-FFF2-40B4-BE49-F238E27FC236}">
                        <a16:creationId xmlns:a16="http://schemas.microsoft.com/office/drawing/2014/main" id="{67557C6B-280F-44FE-8B61-9E0A2C2F1F6D}"/>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3" name="矩形: 圓角 1132">
                    <a:extLst>
                      <a:ext uri="{FF2B5EF4-FFF2-40B4-BE49-F238E27FC236}">
                        <a16:creationId xmlns:a16="http://schemas.microsoft.com/office/drawing/2014/main" id="{E93C1748-01BD-48A5-A17E-AF2FF2CF4296}"/>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4" name="矩形: 圓角 1133">
                    <a:extLst>
                      <a:ext uri="{FF2B5EF4-FFF2-40B4-BE49-F238E27FC236}">
                        <a16:creationId xmlns:a16="http://schemas.microsoft.com/office/drawing/2014/main" id="{DD8CBE6D-88D1-40C0-8416-5A9B0CE8BE26}"/>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5" name="矩形: 圓角 1134">
                    <a:extLst>
                      <a:ext uri="{FF2B5EF4-FFF2-40B4-BE49-F238E27FC236}">
                        <a16:creationId xmlns:a16="http://schemas.microsoft.com/office/drawing/2014/main" id="{E8D95E9A-8E60-4F65-BDAA-98BBF06C3A17}"/>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6" name="矩形: 圓角 1135">
                    <a:extLst>
                      <a:ext uri="{FF2B5EF4-FFF2-40B4-BE49-F238E27FC236}">
                        <a16:creationId xmlns:a16="http://schemas.microsoft.com/office/drawing/2014/main" id="{5222ACE9-3773-41AD-A51F-4FC4D02BFAA9}"/>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7" name="矩形: 圓角 1136">
                    <a:extLst>
                      <a:ext uri="{FF2B5EF4-FFF2-40B4-BE49-F238E27FC236}">
                        <a16:creationId xmlns:a16="http://schemas.microsoft.com/office/drawing/2014/main" id="{0DA7E30E-FF60-4D20-AF65-2FBFC9220D08}"/>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8" name="矩形: 圓角 1137">
                    <a:extLst>
                      <a:ext uri="{FF2B5EF4-FFF2-40B4-BE49-F238E27FC236}">
                        <a16:creationId xmlns:a16="http://schemas.microsoft.com/office/drawing/2014/main" id="{984A1C2B-A067-4094-82B9-7017FAFD6C94}"/>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9" name="矩形: 圓角 1138">
                    <a:extLst>
                      <a:ext uri="{FF2B5EF4-FFF2-40B4-BE49-F238E27FC236}">
                        <a16:creationId xmlns:a16="http://schemas.microsoft.com/office/drawing/2014/main" id="{73D3B6E3-B015-4482-A7B8-32F9CA85C5AE}"/>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0" name="矩形: 圓角 1139">
                    <a:extLst>
                      <a:ext uri="{FF2B5EF4-FFF2-40B4-BE49-F238E27FC236}">
                        <a16:creationId xmlns:a16="http://schemas.microsoft.com/office/drawing/2014/main" id="{BE84EE81-5758-40C1-9BB0-20D1993660FB}"/>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1" name="矩形: 圓角 1140">
                    <a:extLst>
                      <a:ext uri="{FF2B5EF4-FFF2-40B4-BE49-F238E27FC236}">
                        <a16:creationId xmlns:a16="http://schemas.microsoft.com/office/drawing/2014/main" id="{0D928259-B855-47B0-B3D4-CDFA4FC3AF01}"/>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2" name="矩形: 圓角 1141">
                    <a:extLst>
                      <a:ext uri="{FF2B5EF4-FFF2-40B4-BE49-F238E27FC236}">
                        <a16:creationId xmlns:a16="http://schemas.microsoft.com/office/drawing/2014/main" id="{ECFA11A8-E640-4775-937D-C4397FCD596A}"/>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3" name="矩形: 圓角 1142">
                    <a:extLst>
                      <a:ext uri="{FF2B5EF4-FFF2-40B4-BE49-F238E27FC236}">
                        <a16:creationId xmlns:a16="http://schemas.microsoft.com/office/drawing/2014/main" id="{A253B002-7A8A-4D61-8813-AC17E89F440A}"/>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4" name="矩形: 圓角 1143">
                    <a:extLst>
                      <a:ext uri="{FF2B5EF4-FFF2-40B4-BE49-F238E27FC236}">
                        <a16:creationId xmlns:a16="http://schemas.microsoft.com/office/drawing/2014/main" id="{0E65A44C-F8C1-4B1A-969D-68920C43861B}"/>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5" name="矩形: 圓角 1144">
                    <a:extLst>
                      <a:ext uri="{FF2B5EF4-FFF2-40B4-BE49-F238E27FC236}">
                        <a16:creationId xmlns:a16="http://schemas.microsoft.com/office/drawing/2014/main" id="{0D05A512-4F14-4257-AAA0-30BB11856E07}"/>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6" name="矩形: 圓角 1145">
                    <a:extLst>
                      <a:ext uri="{FF2B5EF4-FFF2-40B4-BE49-F238E27FC236}">
                        <a16:creationId xmlns:a16="http://schemas.microsoft.com/office/drawing/2014/main" id="{758BE48E-9736-4B1E-848A-C7B71FAA1365}"/>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7" name="矩形: 圓角 1146">
                    <a:extLst>
                      <a:ext uri="{FF2B5EF4-FFF2-40B4-BE49-F238E27FC236}">
                        <a16:creationId xmlns:a16="http://schemas.microsoft.com/office/drawing/2014/main" id="{743B14CD-0626-4315-9C50-AB8E934C102B}"/>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8" name="矩形: 圓角 1147">
                    <a:extLst>
                      <a:ext uri="{FF2B5EF4-FFF2-40B4-BE49-F238E27FC236}">
                        <a16:creationId xmlns:a16="http://schemas.microsoft.com/office/drawing/2014/main" id="{4BFF37AC-FCE9-4BF4-BED7-52A3B4BC4856}"/>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9" name="矩形: 圓角 1148">
                    <a:extLst>
                      <a:ext uri="{FF2B5EF4-FFF2-40B4-BE49-F238E27FC236}">
                        <a16:creationId xmlns:a16="http://schemas.microsoft.com/office/drawing/2014/main" id="{138063FC-EAFD-44D3-A436-AE2D335373EC}"/>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0" name="矩形: 圓角 1149">
                    <a:extLst>
                      <a:ext uri="{FF2B5EF4-FFF2-40B4-BE49-F238E27FC236}">
                        <a16:creationId xmlns:a16="http://schemas.microsoft.com/office/drawing/2014/main" id="{5FE6403D-C10A-41A2-BED9-8B1C5E77D209}"/>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1" name="群組 790">
                  <a:extLst>
                    <a:ext uri="{FF2B5EF4-FFF2-40B4-BE49-F238E27FC236}">
                      <a16:creationId xmlns:a16="http://schemas.microsoft.com/office/drawing/2014/main" id="{BC8512F4-E976-40C8-A341-74744849012A}"/>
                    </a:ext>
                  </a:extLst>
                </p:cNvPr>
                <p:cNvGrpSpPr/>
                <p:nvPr/>
              </p:nvGrpSpPr>
              <p:grpSpPr>
                <a:xfrm>
                  <a:off x="6223166" y="3603979"/>
                  <a:ext cx="2172650" cy="93211"/>
                  <a:chOff x="3513163" y="2446155"/>
                  <a:chExt cx="2172650" cy="93211"/>
                </a:xfrm>
              </p:grpSpPr>
              <p:sp>
                <p:nvSpPr>
                  <p:cNvPr id="1111" name="矩形: 圓角 1110">
                    <a:extLst>
                      <a:ext uri="{FF2B5EF4-FFF2-40B4-BE49-F238E27FC236}">
                        <a16:creationId xmlns:a16="http://schemas.microsoft.com/office/drawing/2014/main" id="{139BE6C4-7466-4D51-93FB-F068C73C4037}"/>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2" name="矩形: 圓角 1111">
                    <a:extLst>
                      <a:ext uri="{FF2B5EF4-FFF2-40B4-BE49-F238E27FC236}">
                        <a16:creationId xmlns:a16="http://schemas.microsoft.com/office/drawing/2014/main" id="{44652BCE-2973-4BC2-BA0B-24605B79D07C}"/>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3" name="矩形: 圓角 1112">
                    <a:extLst>
                      <a:ext uri="{FF2B5EF4-FFF2-40B4-BE49-F238E27FC236}">
                        <a16:creationId xmlns:a16="http://schemas.microsoft.com/office/drawing/2014/main" id="{E60A86EE-9E0A-490E-A306-2456E6172E97}"/>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4" name="矩形: 圓角 1113">
                    <a:extLst>
                      <a:ext uri="{FF2B5EF4-FFF2-40B4-BE49-F238E27FC236}">
                        <a16:creationId xmlns:a16="http://schemas.microsoft.com/office/drawing/2014/main" id="{CA054868-0CE7-474F-A258-A46B8D40CA71}"/>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5" name="矩形: 圓角 1114">
                    <a:extLst>
                      <a:ext uri="{FF2B5EF4-FFF2-40B4-BE49-F238E27FC236}">
                        <a16:creationId xmlns:a16="http://schemas.microsoft.com/office/drawing/2014/main" id="{7B8681F4-DFB1-47B3-993C-683ACE5DA0A5}"/>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6" name="矩形: 圓角 1115">
                    <a:extLst>
                      <a:ext uri="{FF2B5EF4-FFF2-40B4-BE49-F238E27FC236}">
                        <a16:creationId xmlns:a16="http://schemas.microsoft.com/office/drawing/2014/main" id="{DA299CEB-19C2-4B3A-8D01-6436E5768613}"/>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7" name="矩形: 圓角 1116">
                    <a:extLst>
                      <a:ext uri="{FF2B5EF4-FFF2-40B4-BE49-F238E27FC236}">
                        <a16:creationId xmlns:a16="http://schemas.microsoft.com/office/drawing/2014/main" id="{F1B21FB8-23C2-4028-AA8D-6E0F3C6F005D}"/>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8" name="矩形: 圓角 1117">
                    <a:extLst>
                      <a:ext uri="{FF2B5EF4-FFF2-40B4-BE49-F238E27FC236}">
                        <a16:creationId xmlns:a16="http://schemas.microsoft.com/office/drawing/2014/main" id="{B6F1BCED-6FE0-4109-9EDC-23B46BD08B0B}"/>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9" name="矩形: 圓角 1118">
                    <a:extLst>
                      <a:ext uri="{FF2B5EF4-FFF2-40B4-BE49-F238E27FC236}">
                        <a16:creationId xmlns:a16="http://schemas.microsoft.com/office/drawing/2014/main" id="{23A02389-ECB8-4F92-884F-1D02B25AAFCB}"/>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0" name="矩形: 圓角 1119">
                    <a:extLst>
                      <a:ext uri="{FF2B5EF4-FFF2-40B4-BE49-F238E27FC236}">
                        <a16:creationId xmlns:a16="http://schemas.microsoft.com/office/drawing/2014/main" id="{DD3AB011-D112-437F-80BA-E3A49FA815D9}"/>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1" name="矩形: 圓角 1120">
                    <a:extLst>
                      <a:ext uri="{FF2B5EF4-FFF2-40B4-BE49-F238E27FC236}">
                        <a16:creationId xmlns:a16="http://schemas.microsoft.com/office/drawing/2014/main" id="{BE609835-A827-411C-A90F-9F8D24D53931}"/>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2" name="矩形: 圓角 1121">
                    <a:extLst>
                      <a:ext uri="{FF2B5EF4-FFF2-40B4-BE49-F238E27FC236}">
                        <a16:creationId xmlns:a16="http://schemas.microsoft.com/office/drawing/2014/main" id="{25C2CD71-BCBC-466C-9BA7-95E0EA3A9FDB}"/>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3" name="矩形: 圓角 1122">
                    <a:extLst>
                      <a:ext uri="{FF2B5EF4-FFF2-40B4-BE49-F238E27FC236}">
                        <a16:creationId xmlns:a16="http://schemas.microsoft.com/office/drawing/2014/main" id="{2743E152-9C12-4CA5-A028-6F5AD74D3953}"/>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4" name="矩形: 圓角 1123">
                    <a:extLst>
                      <a:ext uri="{FF2B5EF4-FFF2-40B4-BE49-F238E27FC236}">
                        <a16:creationId xmlns:a16="http://schemas.microsoft.com/office/drawing/2014/main" id="{481080B3-B514-4944-A987-C4154C7F9B1C}"/>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5" name="矩形: 圓角 1124">
                    <a:extLst>
                      <a:ext uri="{FF2B5EF4-FFF2-40B4-BE49-F238E27FC236}">
                        <a16:creationId xmlns:a16="http://schemas.microsoft.com/office/drawing/2014/main" id="{DB75197F-473C-45F4-BA9A-3CE06384E322}"/>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6" name="矩形: 圓角 1125">
                    <a:extLst>
                      <a:ext uri="{FF2B5EF4-FFF2-40B4-BE49-F238E27FC236}">
                        <a16:creationId xmlns:a16="http://schemas.microsoft.com/office/drawing/2014/main" id="{0DF84D94-64DC-41BC-8E21-7691FA0D53AF}"/>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7" name="矩形: 圓角 1126">
                    <a:extLst>
                      <a:ext uri="{FF2B5EF4-FFF2-40B4-BE49-F238E27FC236}">
                        <a16:creationId xmlns:a16="http://schemas.microsoft.com/office/drawing/2014/main" id="{B952A8DB-E682-455E-9C0C-BC3AE129D777}"/>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8" name="矩形: 圓角 1127">
                    <a:extLst>
                      <a:ext uri="{FF2B5EF4-FFF2-40B4-BE49-F238E27FC236}">
                        <a16:creationId xmlns:a16="http://schemas.microsoft.com/office/drawing/2014/main" id="{390CD407-AD96-4788-89D5-A5D3051959F2}"/>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9" name="矩形: 圓角 1128">
                    <a:extLst>
                      <a:ext uri="{FF2B5EF4-FFF2-40B4-BE49-F238E27FC236}">
                        <a16:creationId xmlns:a16="http://schemas.microsoft.com/office/drawing/2014/main" id="{24B2D9B9-5511-4257-A590-9734E97EF440}"/>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0" name="矩形: 圓角 1129">
                    <a:extLst>
                      <a:ext uri="{FF2B5EF4-FFF2-40B4-BE49-F238E27FC236}">
                        <a16:creationId xmlns:a16="http://schemas.microsoft.com/office/drawing/2014/main" id="{AD63F95A-0536-4A9D-A280-9305C753472A}"/>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2" name="群組 791">
                  <a:extLst>
                    <a:ext uri="{FF2B5EF4-FFF2-40B4-BE49-F238E27FC236}">
                      <a16:creationId xmlns:a16="http://schemas.microsoft.com/office/drawing/2014/main" id="{EAEBDE54-9AA6-4054-AAFF-A1904119397A}"/>
                    </a:ext>
                  </a:extLst>
                </p:cNvPr>
                <p:cNvGrpSpPr/>
                <p:nvPr/>
              </p:nvGrpSpPr>
              <p:grpSpPr>
                <a:xfrm>
                  <a:off x="3515392" y="3749074"/>
                  <a:ext cx="2172650" cy="93211"/>
                  <a:chOff x="3513163" y="2446155"/>
                  <a:chExt cx="2172650" cy="93211"/>
                </a:xfrm>
              </p:grpSpPr>
              <p:sp>
                <p:nvSpPr>
                  <p:cNvPr id="1091" name="矩形: 圓角 1090">
                    <a:extLst>
                      <a:ext uri="{FF2B5EF4-FFF2-40B4-BE49-F238E27FC236}">
                        <a16:creationId xmlns:a16="http://schemas.microsoft.com/office/drawing/2014/main" id="{27A76A0B-1939-4CA7-AD6A-83C991247493}"/>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2" name="矩形: 圓角 1091">
                    <a:extLst>
                      <a:ext uri="{FF2B5EF4-FFF2-40B4-BE49-F238E27FC236}">
                        <a16:creationId xmlns:a16="http://schemas.microsoft.com/office/drawing/2014/main" id="{5DB76A48-CE95-4520-8A5D-AC7CA5C09D8D}"/>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3" name="矩形: 圓角 1092">
                    <a:extLst>
                      <a:ext uri="{FF2B5EF4-FFF2-40B4-BE49-F238E27FC236}">
                        <a16:creationId xmlns:a16="http://schemas.microsoft.com/office/drawing/2014/main" id="{4DFC710E-7F6B-4DC2-B8E8-3FB8DA0C9775}"/>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4" name="矩形: 圓角 1093">
                    <a:extLst>
                      <a:ext uri="{FF2B5EF4-FFF2-40B4-BE49-F238E27FC236}">
                        <a16:creationId xmlns:a16="http://schemas.microsoft.com/office/drawing/2014/main" id="{1282AABE-D9FB-4A36-ADF1-F6A5F0795D80}"/>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5" name="矩形: 圓角 1094">
                    <a:extLst>
                      <a:ext uri="{FF2B5EF4-FFF2-40B4-BE49-F238E27FC236}">
                        <a16:creationId xmlns:a16="http://schemas.microsoft.com/office/drawing/2014/main" id="{61D12063-5374-454F-857F-D589543FA8A4}"/>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6" name="矩形: 圓角 1095">
                    <a:extLst>
                      <a:ext uri="{FF2B5EF4-FFF2-40B4-BE49-F238E27FC236}">
                        <a16:creationId xmlns:a16="http://schemas.microsoft.com/office/drawing/2014/main" id="{0E726D33-114E-44F9-B9C6-B12B7E065D5F}"/>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7" name="矩形: 圓角 1096">
                    <a:extLst>
                      <a:ext uri="{FF2B5EF4-FFF2-40B4-BE49-F238E27FC236}">
                        <a16:creationId xmlns:a16="http://schemas.microsoft.com/office/drawing/2014/main" id="{F5C7E8BF-196B-4625-8503-0AB67DA84E8E}"/>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8" name="矩形: 圓角 1097">
                    <a:extLst>
                      <a:ext uri="{FF2B5EF4-FFF2-40B4-BE49-F238E27FC236}">
                        <a16:creationId xmlns:a16="http://schemas.microsoft.com/office/drawing/2014/main" id="{0974B3A1-47B6-4541-A320-6EE28611EB40}"/>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9" name="矩形: 圓角 1098">
                    <a:extLst>
                      <a:ext uri="{FF2B5EF4-FFF2-40B4-BE49-F238E27FC236}">
                        <a16:creationId xmlns:a16="http://schemas.microsoft.com/office/drawing/2014/main" id="{9C7411A0-EB03-4426-9FF7-B8F5FFB0C1A2}"/>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0" name="矩形: 圓角 1099">
                    <a:extLst>
                      <a:ext uri="{FF2B5EF4-FFF2-40B4-BE49-F238E27FC236}">
                        <a16:creationId xmlns:a16="http://schemas.microsoft.com/office/drawing/2014/main" id="{3C34E730-0781-4BF9-B36B-FD500759B89F}"/>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1" name="矩形: 圓角 1100">
                    <a:extLst>
                      <a:ext uri="{FF2B5EF4-FFF2-40B4-BE49-F238E27FC236}">
                        <a16:creationId xmlns:a16="http://schemas.microsoft.com/office/drawing/2014/main" id="{D74DBCCD-471F-4EA1-BFD4-B8DB64263760}"/>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2" name="矩形: 圓角 1101">
                    <a:extLst>
                      <a:ext uri="{FF2B5EF4-FFF2-40B4-BE49-F238E27FC236}">
                        <a16:creationId xmlns:a16="http://schemas.microsoft.com/office/drawing/2014/main" id="{331DAD64-8326-429B-8A11-04416899FC12}"/>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3" name="矩形: 圓角 1102">
                    <a:extLst>
                      <a:ext uri="{FF2B5EF4-FFF2-40B4-BE49-F238E27FC236}">
                        <a16:creationId xmlns:a16="http://schemas.microsoft.com/office/drawing/2014/main" id="{9E6AC42F-A836-4DCE-BD37-FD3AA66FBEF7}"/>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4" name="矩形: 圓角 1103">
                    <a:extLst>
                      <a:ext uri="{FF2B5EF4-FFF2-40B4-BE49-F238E27FC236}">
                        <a16:creationId xmlns:a16="http://schemas.microsoft.com/office/drawing/2014/main" id="{8ABC4C16-C92A-4523-964B-97A8C8947173}"/>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5" name="矩形: 圓角 1104">
                    <a:extLst>
                      <a:ext uri="{FF2B5EF4-FFF2-40B4-BE49-F238E27FC236}">
                        <a16:creationId xmlns:a16="http://schemas.microsoft.com/office/drawing/2014/main" id="{8C8CA08E-FE40-47CF-AEAA-B1EF6C3C9B28}"/>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6" name="矩形: 圓角 1105">
                    <a:extLst>
                      <a:ext uri="{FF2B5EF4-FFF2-40B4-BE49-F238E27FC236}">
                        <a16:creationId xmlns:a16="http://schemas.microsoft.com/office/drawing/2014/main" id="{239F2051-6777-43B8-B835-7BC67693F2B8}"/>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7" name="矩形: 圓角 1106">
                    <a:extLst>
                      <a:ext uri="{FF2B5EF4-FFF2-40B4-BE49-F238E27FC236}">
                        <a16:creationId xmlns:a16="http://schemas.microsoft.com/office/drawing/2014/main" id="{93F9C37D-DCE6-4AC8-928F-1284AC5E00FE}"/>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8" name="矩形: 圓角 1107">
                    <a:extLst>
                      <a:ext uri="{FF2B5EF4-FFF2-40B4-BE49-F238E27FC236}">
                        <a16:creationId xmlns:a16="http://schemas.microsoft.com/office/drawing/2014/main" id="{36A8EDDD-BE71-4639-9AE4-172A2381BC32}"/>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9" name="矩形: 圓角 1108">
                    <a:extLst>
                      <a:ext uri="{FF2B5EF4-FFF2-40B4-BE49-F238E27FC236}">
                        <a16:creationId xmlns:a16="http://schemas.microsoft.com/office/drawing/2014/main" id="{D2F79D1D-DA35-4A9C-BC14-F021FED24F22}"/>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0" name="矩形: 圓角 1109">
                    <a:extLst>
                      <a:ext uri="{FF2B5EF4-FFF2-40B4-BE49-F238E27FC236}">
                        <a16:creationId xmlns:a16="http://schemas.microsoft.com/office/drawing/2014/main" id="{3F7DE708-D941-49F8-A39C-2349EE89AAC1}"/>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3" name="群組 792">
                  <a:extLst>
                    <a:ext uri="{FF2B5EF4-FFF2-40B4-BE49-F238E27FC236}">
                      <a16:creationId xmlns:a16="http://schemas.microsoft.com/office/drawing/2014/main" id="{8E2034F0-BAD2-4902-BB09-6AB4A239590F}"/>
                    </a:ext>
                  </a:extLst>
                </p:cNvPr>
                <p:cNvGrpSpPr/>
                <p:nvPr/>
              </p:nvGrpSpPr>
              <p:grpSpPr>
                <a:xfrm>
                  <a:off x="6223166" y="3745582"/>
                  <a:ext cx="2172650" cy="93211"/>
                  <a:chOff x="3513163" y="2446155"/>
                  <a:chExt cx="2172650" cy="93211"/>
                </a:xfrm>
              </p:grpSpPr>
              <p:sp>
                <p:nvSpPr>
                  <p:cNvPr id="1071" name="矩形: 圓角 1070">
                    <a:extLst>
                      <a:ext uri="{FF2B5EF4-FFF2-40B4-BE49-F238E27FC236}">
                        <a16:creationId xmlns:a16="http://schemas.microsoft.com/office/drawing/2014/main" id="{D8FA017E-9AAF-46F8-A13F-EE69243AC8FD}"/>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2" name="矩形: 圓角 1071">
                    <a:extLst>
                      <a:ext uri="{FF2B5EF4-FFF2-40B4-BE49-F238E27FC236}">
                        <a16:creationId xmlns:a16="http://schemas.microsoft.com/office/drawing/2014/main" id="{E48C70B8-34E0-4D55-AF74-930854194E78}"/>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3" name="矩形: 圓角 1072">
                    <a:extLst>
                      <a:ext uri="{FF2B5EF4-FFF2-40B4-BE49-F238E27FC236}">
                        <a16:creationId xmlns:a16="http://schemas.microsoft.com/office/drawing/2014/main" id="{466771F1-2698-4601-AB1E-BE1A1879E33B}"/>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4" name="矩形: 圓角 1073">
                    <a:extLst>
                      <a:ext uri="{FF2B5EF4-FFF2-40B4-BE49-F238E27FC236}">
                        <a16:creationId xmlns:a16="http://schemas.microsoft.com/office/drawing/2014/main" id="{532F6FBE-031A-4587-A03C-8ED6C1465781}"/>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5" name="矩形: 圓角 1074">
                    <a:extLst>
                      <a:ext uri="{FF2B5EF4-FFF2-40B4-BE49-F238E27FC236}">
                        <a16:creationId xmlns:a16="http://schemas.microsoft.com/office/drawing/2014/main" id="{F962EC81-4B8A-40AC-B26A-1B70BED3EE1E}"/>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6" name="矩形: 圓角 1075">
                    <a:extLst>
                      <a:ext uri="{FF2B5EF4-FFF2-40B4-BE49-F238E27FC236}">
                        <a16:creationId xmlns:a16="http://schemas.microsoft.com/office/drawing/2014/main" id="{F809EC8E-A3BC-403B-9A44-BD57A3FBC1A0}"/>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7" name="矩形: 圓角 1076">
                    <a:extLst>
                      <a:ext uri="{FF2B5EF4-FFF2-40B4-BE49-F238E27FC236}">
                        <a16:creationId xmlns:a16="http://schemas.microsoft.com/office/drawing/2014/main" id="{B3C441BA-7B5B-4B99-99C8-58329F7705BE}"/>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8" name="矩形: 圓角 1077">
                    <a:extLst>
                      <a:ext uri="{FF2B5EF4-FFF2-40B4-BE49-F238E27FC236}">
                        <a16:creationId xmlns:a16="http://schemas.microsoft.com/office/drawing/2014/main" id="{95F0B652-6383-4B88-A292-2D67E2FCE972}"/>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9" name="矩形: 圓角 1078">
                    <a:extLst>
                      <a:ext uri="{FF2B5EF4-FFF2-40B4-BE49-F238E27FC236}">
                        <a16:creationId xmlns:a16="http://schemas.microsoft.com/office/drawing/2014/main" id="{2977A6CB-C3E0-43C4-A978-7E5C74888FBB}"/>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0" name="矩形: 圓角 1079">
                    <a:extLst>
                      <a:ext uri="{FF2B5EF4-FFF2-40B4-BE49-F238E27FC236}">
                        <a16:creationId xmlns:a16="http://schemas.microsoft.com/office/drawing/2014/main" id="{84224542-6851-44EA-9AE6-17E7169CAB93}"/>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1" name="矩形: 圓角 1080">
                    <a:extLst>
                      <a:ext uri="{FF2B5EF4-FFF2-40B4-BE49-F238E27FC236}">
                        <a16:creationId xmlns:a16="http://schemas.microsoft.com/office/drawing/2014/main" id="{33F8B302-0386-4AFB-AFEE-78C6CA2DD948}"/>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2" name="矩形: 圓角 1081">
                    <a:extLst>
                      <a:ext uri="{FF2B5EF4-FFF2-40B4-BE49-F238E27FC236}">
                        <a16:creationId xmlns:a16="http://schemas.microsoft.com/office/drawing/2014/main" id="{3C010743-9AE5-4242-AE5F-1C5A4CCE8CC6}"/>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3" name="矩形: 圓角 1082">
                    <a:extLst>
                      <a:ext uri="{FF2B5EF4-FFF2-40B4-BE49-F238E27FC236}">
                        <a16:creationId xmlns:a16="http://schemas.microsoft.com/office/drawing/2014/main" id="{AC3B1186-8936-47C8-BAC9-04DC7DD2E0FE}"/>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4" name="矩形: 圓角 1083">
                    <a:extLst>
                      <a:ext uri="{FF2B5EF4-FFF2-40B4-BE49-F238E27FC236}">
                        <a16:creationId xmlns:a16="http://schemas.microsoft.com/office/drawing/2014/main" id="{33A3FEC6-50F5-4EA4-85E7-F1694F18ADDA}"/>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5" name="矩形: 圓角 1084">
                    <a:extLst>
                      <a:ext uri="{FF2B5EF4-FFF2-40B4-BE49-F238E27FC236}">
                        <a16:creationId xmlns:a16="http://schemas.microsoft.com/office/drawing/2014/main" id="{CEE826A3-0D4B-4A67-9A1B-32F334DB1852}"/>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6" name="矩形: 圓角 1085">
                    <a:extLst>
                      <a:ext uri="{FF2B5EF4-FFF2-40B4-BE49-F238E27FC236}">
                        <a16:creationId xmlns:a16="http://schemas.microsoft.com/office/drawing/2014/main" id="{EA972A0F-F8C1-4671-AE23-319A47B731C1}"/>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7" name="矩形: 圓角 1086">
                    <a:extLst>
                      <a:ext uri="{FF2B5EF4-FFF2-40B4-BE49-F238E27FC236}">
                        <a16:creationId xmlns:a16="http://schemas.microsoft.com/office/drawing/2014/main" id="{AF9E1210-3530-4DE6-BB48-7AEE5B8977CC}"/>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8" name="矩形: 圓角 1087">
                    <a:extLst>
                      <a:ext uri="{FF2B5EF4-FFF2-40B4-BE49-F238E27FC236}">
                        <a16:creationId xmlns:a16="http://schemas.microsoft.com/office/drawing/2014/main" id="{92037394-E4D6-4F2F-9582-2AF2C2D0F3B7}"/>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9" name="矩形: 圓角 1088">
                    <a:extLst>
                      <a:ext uri="{FF2B5EF4-FFF2-40B4-BE49-F238E27FC236}">
                        <a16:creationId xmlns:a16="http://schemas.microsoft.com/office/drawing/2014/main" id="{9DC0EC37-C0A3-414B-B012-3A1EAB611380}"/>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0" name="矩形: 圓角 1089">
                    <a:extLst>
                      <a:ext uri="{FF2B5EF4-FFF2-40B4-BE49-F238E27FC236}">
                        <a16:creationId xmlns:a16="http://schemas.microsoft.com/office/drawing/2014/main" id="{F74F00AD-F54F-4BA5-A657-586284040331}"/>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4" name="群組 793">
                  <a:extLst>
                    <a:ext uri="{FF2B5EF4-FFF2-40B4-BE49-F238E27FC236}">
                      <a16:creationId xmlns:a16="http://schemas.microsoft.com/office/drawing/2014/main" id="{978E13AB-A421-421E-8459-F15A3F4ECF86}"/>
                    </a:ext>
                  </a:extLst>
                </p:cNvPr>
                <p:cNvGrpSpPr/>
                <p:nvPr/>
              </p:nvGrpSpPr>
              <p:grpSpPr>
                <a:xfrm>
                  <a:off x="3513163" y="3896331"/>
                  <a:ext cx="2172650" cy="93211"/>
                  <a:chOff x="3513163" y="2446155"/>
                  <a:chExt cx="2172650" cy="93211"/>
                </a:xfrm>
              </p:grpSpPr>
              <p:sp>
                <p:nvSpPr>
                  <p:cNvPr id="1051" name="矩形: 圓角 1050">
                    <a:extLst>
                      <a:ext uri="{FF2B5EF4-FFF2-40B4-BE49-F238E27FC236}">
                        <a16:creationId xmlns:a16="http://schemas.microsoft.com/office/drawing/2014/main" id="{C87FE9F6-D08E-470F-94F9-A5B6A04780AD}"/>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2" name="矩形: 圓角 1051">
                    <a:extLst>
                      <a:ext uri="{FF2B5EF4-FFF2-40B4-BE49-F238E27FC236}">
                        <a16:creationId xmlns:a16="http://schemas.microsoft.com/office/drawing/2014/main" id="{20A35F6E-16B5-40C2-AAD7-3727A1C87CC4}"/>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3" name="矩形: 圓角 1052">
                    <a:extLst>
                      <a:ext uri="{FF2B5EF4-FFF2-40B4-BE49-F238E27FC236}">
                        <a16:creationId xmlns:a16="http://schemas.microsoft.com/office/drawing/2014/main" id="{410B5A03-8909-4FD7-B0B9-6D646A4B2A1A}"/>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4" name="矩形: 圓角 1053">
                    <a:extLst>
                      <a:ext uri="{FF2B5EF4-FFF2-40B4-BE49-F238E27FC236}">
                        <a16:creationId xmlns:a16="http://schemas.microsoft.com/office/drawing/2014/main" id="{37C85F17-7FA0-4B02-A421-7DA82BBE485B}"/>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5" name="矩形: 圓角 1054">
                    <a:extLst>
                      <a:ext uri="{FF2B5EF4-FFF2-40B4-BE49-F238E27FC236}">
                        <a16:creationId xmlns:a16="http://schemas.microsoft.com/office/drawing/2014/main" id="{3D85924B-3B7A-48B2-8E92-179466820E33}"/>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6" name="矩形: 圓角 1055">
                    <a:extLst>
                      <a:ext uri="{FF2B5EF4-FFF2-40B4-BE49-F238E27FC236}">
                        <a16:creationId xmlns:a16="http://schemas.microsoft.com/office/drawing/2014/main" id="{F5F16993-C2BD-425E-9634-5F08D5167E75}"/>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7" name="矩形: 圓角 1056">
                    <a:extLst>
                      <a:ext uri="{FF2B5EF4-FFF2-40B4-BE49-F238E27FC236}">
                        <a16:creationId xmlns:a16="http://schemas.microsoft.com/office/drawing/2014/main" id="{432FDA77-177E-40A9-AFA0-45BD7EE9B7F9}"/>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8" name="矩形: 圓角 1057">
                    <a:extLst>
                      <a:ext uri="{FF2B5EF4-FFF2-40B4-BE49-F238E27FC236}">
                        <a16:creationId xmlns:a16="http://schemas.microsoft.com/office/drawing/2014/main" id="{C2130B0A-D344-43D3-9633-E3FEAE1511C3}"/>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9" name="矩形: 圓角 1058">
                    <a:extLst>
                      <a:ext uri="{FF2B5EF4-FFF2-40B4-BE49-F238E27FC236}">
                        <a16:creationId xmlns:a16="http://schemas.microsoft.com/office/drawing/2014/main" id="{35966EED-EDBE-4124-9335-BEEDCEB58D98}"/>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0" name="矩形: 圓角 1059">
                    <a:extLst>
                      <a:ext uri="{FF2B5EF4-FFF2-40B4-BE49-F238E27FC236}">
                        <a16:creationId xmlns:a16="http://schemas.microsoft.com/office/drawing/2014/main" id="{789C6104-896B-493A-8BD7-DDEE369D9A47}"/>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1" name="矩形: 圓角 1060">
                    <a:extLst>
                      <a:ext uri="{FF2B5EF4-FFF2-40B4-BE49-F238E27FC236}">
                        <a16:creationId xmlns:a16="http://schemas.microsoft.com/office/drawing/2014/main" id="{2B8FB5A4-4F1E-4B87-B06F-BB02B0509739}"/>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2" name="矩形: 圓角 1061">
                    <a:extLst>
                      <a:ext uri="{FF2B5EF4-FFF2-40B4-BE49-F238E27FC236}">
                        <a16:creationId xmlns:a16="http://schemas.microsoft.com/office/drawing/2014/main" id="{01DAAE91-9DC3-40E1-B1BC-0C186A9F54AE}"/>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3" name="矩形: 圓角 1062">
                    <a:extLst>
                      <a:ext uri="{FF2B5EF4-FFF2-40B4-BE49-F238E27FC236}">
                        <a16:creationId xmlns:a16="http://schemas.microsoft.com/office/drawing/2014/main" id="{687EBDD2-A22C-4B3D-B9D7-9CE8E0795685}"/>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4" name="矩形: 圓角 1063">
                    <a:extLst>
                      <a:ext uri="{FF2B5EF4-FFF2-40B4-BE49-F238E27FC236}">
                        <a16:creationId xmlns:a16="http://schemas.microsoft.com/office/drawing/2014/main" id="{060BAACE-F7E8-4DC1-A03F-31AC1056D90A}"/>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5" name="矩形: 圓角 1064">
                    <a:extLst>
                      <a:ext uri="{FF2B5EF4-FFF2-40B4-BE49-F238E27FC236}">
                        <a16:creationId xmlns:a16="http://schemas.microsoft.com/office/drawing/2014/main" id="{44EECF41-D024-4886-8386-05CCDD96DE6A}"/>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6" name="矩形: 圓角 1065">
                    <a:extLst>
                      <a:ext uri="{FF2B5EF4-FFF2-40B4-BE49-F238E27FC236}">
                        <a16:creationId xmlns:a16="http://schemas.microsoft.com/office/drawing/2014/main" id="{17018D6D-0378-404D-A06C-5373332F7591}"/>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7" name="矩形: 圓角 1066">
                    <a:extLst>
                      <a:ext uri="{FF2B5EF4-FFF2-40B4-BE49-F238E27FC236}">
                        <a16:creationId xmlns:a16="http://schemas.microsoft.com/office/drawing/2014/main" id="{B4B6D353-2E15-47A9-B150-A7326B96103A}"/>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8" name="矩形: 圓角 1067">
                    <a:extLst>
                      <a:ext uri="{FF2B5EF4-FFF2-40B4-BE49-F238E27FC236}">
                        <a16:creationId xmlns:a16="http://schemas.microsoft.com/office/drawing/2014/main" id="{EF143281-AEC4-47A5-9EA7-5798DE545A2D}"/>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9" name="矩形: 圓角 1068">
                    <a:extLst>
                      <a:ext uri="{FF2B5EF4-FFF2-40B4-BE49-F238E27FC236}">
                        <a16:creationId xmlns:a16="http://schemas.microsoft.com/office/drawing/2014/main" id="{3EF3CD57-8D04-4AF6-847D-49CE2F8D49A5}"/>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0" name="矩形: 圓角 1069">
                    <a:extLst>
                      <a:ext uri="{FF2B5EF4-FFF2-40B4-BE49-F238E27FC236}">
                        <a16:creationId xmlns:a16="http://schemas.microsoft.com/office/drawing/2014/main" id="{D38A6DA7-81D8-48E4-8B24-324915944F44}"/>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5" name="群組 794">
                  <a:extLst>
                    <a:ext uri="{FF2B5EF4-FFF2-40B4-BE49-F238E27FC236}">
                      <a16:creationId xmlns:a16="http://schemas.microsoft.com/office/drawing/2014/main" id="{2B4587BE-9D06-4C7F-A1BC-5D822C492C3F}"/>
                    </a:ext>
                  </a:extLst>
                </p:cNvPr>
                <p:cNvGrpSpPr/>
                <p:nvPr/>
              </p:nvGrpSpPr>
              <p:grpSpPr>
                <a:xfrm>
                  <a:off x="6220937" y="3892839"/>
                  <a:ext cx="2172650" cy="93211"/>
                  <a:chOff x="3513163" y="2446155"/>
                  <a:chExt cx="2172650" cy="93211"/>
                </a:xfrm>
              </p:grpSpPr>
              <p:sp>
                <p:nvSpPr>
                  <p:cNvPr id="1031" name="矩形: 圓角 1030">
                    <a:extLst>
                      <a:ext uri="{FF2B5EF4-FFF2-40B4-BE49-F238E27FC236}">
                        <a16:creationId xmlns:a16="http://schemas.microsoft.com/office/drawing/2014/main" id="{A10F5B10-9582-408D-819B-A5A8ADAF8D32}"/>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2" name="矩形: 圓角 1031">
                    <a:extLst>
                      <a:ext uri="{FF2B5EF4-FFF2-40B4-BE49-F238E27FC236}">
                        <a16:creationId xmlns:a16="http://schemas.microsoft.com/office/drawing/2014/main" id="{DD9BBB08-9881-4728-B792-AD9232FA5853}"/>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3" name="矩形: 圓角 1032">
                    <a:extLst>
                      <a:ext uri="{FF2B5EF4-FFF2-40B4-BE49-F238E27FC236}">
                        <a16:creationId xmlns:a16="http://schemas.microsoft.com/office/drawing/2014/main" id="{B69A8C23-3C9F-4BE6-B315-DB1520E71057}"/>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4" name="矩形: 圓角 1033">
                    <a:extLst>
                      <a:ext uri="{FF2B5EF4-FFF2-40B4-BE49-F238E27FC236}">
                        <a16:creationId xmlns:a16="http://schemas.microsoft.com/office/drawing/2014/main" id="{9BBB800B-7106-4D4F-9AA6-F6835642A976}"/>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5" name="矩形: 圓角 1034">
                    <a:extLst>
                      <a:ext uri="{FF2B5EF4-FFF2-40B4-BE49-F238E27FC236}">
                        <a16:creationId xmlns:a16="http://schemas.microsoft.com/office/drawing/2014/main" id="{A81C18A1-1CD1-4E5E-AC8E-9246ED494B2A}"/>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6" name="矩形: 圓角 1035">
                    <a:extLst>
                      <a:ext uri="{FF2B5EF4-FFF2-40B4-BE49-F238E27FC236}">
                        <a16:creationId xmlns:a16="http://schemas.microsoft.com/office/drawing/2014/main" id="{141E56E2-ED16-4FD0-B4C3-09E2B76755B2}"/>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7" name="矩形: 圓角 1036">
                    <a:extLst>
                      <a:ext uri="{FF2B5EF4-FFF2-40B4-BE49-F238E27FC236}">
                        <a16:creationId xmlns:a16="http://schemas.microsoft.com/office/drawing/2014/main" id="{20EC0BBC-C0F0-4B6C-9AD4-3AB092FB97BB}"/>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8" name="矩形: 圓角 1037">
                    <a:extLst>
                      <a:ext uri="{FF2B5EF4-FFF2-40B4-BE49-F238E27FC236}">
                        <a16:creationId xmlns:a16="http://schemas.microsoft.com/office/drawing/2014/main" id="{40014AF6-BDA3-4335-AA0F-D67DFB1B0EDC}"/>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9" name="矩形: 圓角 1038">
                    <a:extLst>
                      <a:ext uri="{FF2B5EF4-FFF2-40B4-BE49-F238E27FC236}">
                        <a16:creationId xmlns:a16="http://schemas.microsoft.com/office/drawing/2014/main" id="{7B85C513-A65B-4C96-A051-9D9DCD1C4C20}"/>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0" name="矩形: 圓角 1039">
                    <a:extLst>
                      <a:ext uri="{FF2B5EF4-FFF2-40B4-BE49-F238E27FC236}">
                        <a16:creationId xmlns:a16="http://schemas.microsoft.com/office/drawing/2014/main" id="{D7558251-CB00-47FA-AA9A-EDCF9929F852}"/>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1" name="矩形: 圓角 1040">
                    <a:extLst>
                      <a:ext uri="{FF2B5EF4-FFF2-40B4-BE49-F238E27FC236}">
                        <a16:creationId xmlns:a16="http://schemas.microsoft.com/office/drawing/2014/main" id="{4EFE22AF-274F-4662-AFC9-3EE1249539EF}"/>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2" name="矩形: 圓角 1041">
                    <a:extLst>
                      <a:ext uri="{FF2B5EF4-FFF2-40B4-BE49-F238E27FC236}">
                        <a16:creationId xmlns:a16="http://schemas.microsoft.com/office/drawing/2014/main" id="{97E6BCE1-B187-4650-A4C2-C09AEE11E49A}"/>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3" name="矩形: 圓角 1042">
                    <a:extLst>
                      <a:ext uri="{FF2B5EF4-FFF2-40B4-BE49-F238E27FC236}">
                        <a16:creationId xmlns:a16="http://schemas.microsoft.com/office/drawing/2014/main" id="{2DB9D4BD-F6C0-4793-AB40-DFF55D837A94}"/>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4" name="矩形: 圓角 1043">
                    <a:extLst>
                      <a:ext uri="{FF2B5EF4-FFF2-40B4-BE49-F238E27FC236}">
                        <a16:creationId xmlns:a16="http://schemas.microsoft.com/office/drawing/2014/main" id="{D7330727-D8A9-4924-9470-FF2F50D0014A}"/>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5" name="矩形: 圓角 1044">
                    <a:extLst>
                      <a:ext uri="{FF2B5EF4-FFF2-40B4-BE49-F238E27FC236}">
                        <a16:creationId xmlns:a16="http://schemas.microsoft.com/office/drawing/2014/main" id="{32C137EF-592E-4326-B0ED-CC1C710195B9}"/>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6" name="矩形: 圓角 1045">
                    <a:extLst>
                      <a:ext uri="{FF2B5EF4-FFF2-40B4-BE49-F238E27FC236}">
                        <a16:creationId xmlns:a16="http://schemas.microsoft.com/office/drawing/2014/main" id="{5948342D-D67F-4D19-BD83-5337DF42ECC7}"/>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7" name="矩形: 圓角 1046">
                    <a:extLst>
                      <a:ext uri="{FF2B5EF4-FFF2-40B4-BE49-F238E27FC236}">
                        <a16:creationId xmlns:a16="http://schemas.microsoft.com/office/drawing/2014/main" id="{C34C9E8B-8FD0-4450-A445-AAE2C6715A37}"/>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8" name="矩形: 圓角 1047">
                    <a:extLst>
                      <a:ext uri="{FF2B5EF4-FFF2-40B4-BE49-F238E27FC236}">
                        <a16:creationId xmlns:a16="http://schemas.microsoft.com/office/drawing/2014/main" id="{AF6FC250-9F7D-43F2-8AB4-74F563417E0E}"/>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9" name="矩形: 圓角 1048">
                    <a:extLst>
                      <a:ext uri="{FF2B5EF4-FFF2-40B4-BE49-F238E27FC236}">
                        <a16:creationId xmlns:a16="http://schemas.microsoft.com/office/drawing/2014/main" id="{69E63C39-2A1B-427C-AE78-621CA828E5BF}"/>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0" name="矩形: 圓角 1049">
                    <a:extLst>
                      <a:ext uri="{FF2B5EF4-FFF2-40B4-BE49-F238E27FC236}">
                        <a16:creationId xmlns:a16="http://schemas.microsoft.com/office/drawing/2014/main" id="{042F0088-0BE1-4B66-BFF0-B90C980BD73C}"/>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6" name="群組 795">
                  <a:extLst>
                    <a:ext uri="{FF2B5EF4-FFF2-40B4-BE49-F238E27FC236}">
                      <a16:creationId xmlns:a16="http://schemas.microsoft.com/office/drawing/2014/main" id="{5D0394F9-C93D-4DE1-B1EB-3FC6FC31D178}"/>
                    </a:ext>
                  </a:extLst>
                </p:cNvPr>
                <p:cNvGrpSpPr/>
                <p:nvPr/>
              </p:nvGrpSpPr>
              <p:grpSpPr>
                <a:xfrm>
                  <a:off x="3515392" y="4037434"/>
                  <a:ext cx="2172650" cy="93211"/>
                  <a:chOff x="3513163" y="2446155"/>
                  <a:chExt cx="2172650" cy="93211"/>
                </a:xfrm>
              </p:grpSpPr>
              <p:sp>
                <p:nvSpPr>
                  <p:cNvPr id="1011" name="矩形: 圓角 1010">
                    <a:extLst>
                      <a:ext uri="{FF2B5EF4-FFF2-40B4-BE49-F238E27FC236}">
                        <a16:creationId xmlns:a16="http://schemas.microsoft.com/office/drawing/2014/main" id="{0E16827A-0CFC-42F2-B960-E84184F6901D}"/>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2" name="矩形: 圓角 1011">
                    <a:extLst>
                      <a:ext uri="{FF2B5EF4-FFF2-40B4-BE49-F238E27FC236}">
                        <a16:creationId xmlns:a16="http://schemas.microsoft.com/office/drawing/2014/main" id="{7C2BFD36-45E1-44A2-965A-04DE8DB99613}"/>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3" name="矩形: 圓角 1012">
                    <a:extLst>
                      <a:ext uri="{FF2B5EF4-FFF2-40B4-BE49-F238E27FC236}">
                        <a16:creationId xmlns:a16="http://schemas.microsoft.com/office/drawing/2014/main" id="{3D47D26F-DCCB-4BDB-AFD5-31BBA91DAF7B}"/>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4" name="矩形: 圓角 1013">
                    <a:extLst>
                      <a:ext uri="{FF2B5EF4-FFF2-40B4-BE49-F238E27FC236}">
                        <a16:creationId xmlns:a16="http://schemas.microsoft.com/office/drawing/2014/main" id="{4137F415-923F-4870-8131-64409DAC8F46}"/>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5" name="矩形: 圓角 1014">
                    <a:extLst>
                      <a:ext uri="{FF2B5EF4-FFF2-40B4-BE49-F238E27FC236}">
                        <a16:creationId xmlns:a16="http://schemas.microsoft.com/office/drawing/2014/main" id="{217A5BF7-9D62-41DB-BFEA-F5811361C06D}"/>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6" name="矩形: 圓角 1015">
                    <a:extLst>
                      <a:ext uri="{FF2B5EF4-FFF2-40B4-BE49-F238E27FC236}">
                        <a16:creationId xmlns:a16="http://schemas.microsoft.com/office/drawing/2014/main" id="{79118708-DA06-4D0F-BFF4-32724CC2FA59}"/>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7" name="矩形: 圓角 1016">
                    <a:extLst>
                      <a:ext uri="{FF2B5EF4-FFF2-40B4-BE49-F238E27FC236}">
                        <a16:creationId xmlns:a16="http://schemas.microsoft.com/office/drawing/2014/main" id="{A2C7B781-7121-46B6-8E1C-6BCD46FF7D6C}"/>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8" name="矩形: 圓角 1017">
                    <a:extLst>
                      <a:ext uri="{FF2B5EF4-FFF2-40B4-BE49-F238E27FC236}">
                        <a16:creationId xmlns:a16="http://schemas.microsoft.com/office/drawing/2014/main" id="{1720BDF8-8A28-4854-8501-FA44C382B065}"/>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9" name="矩形: 圓角 1018">
                    <a:extLst>
                      <a:ext uri="{FF2B5EF4-FFF2-40B4-BE49-F238E27FC236}">
                        <a16:creationId xmlns:a16="http://schemas.microsoft.com/office/drawing/2014/main" id="{756EB573-32BA-4C50-B9E7-7E4798E19485}"/>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0" name="矩形: 圓角 1019">
                    <a:extLst>
                      <a:ext uri="{FF2B5EF4-FFF2-40B4-BE49-F238E27FC236}">
                        <a16:creationId xmlns:a16="http://schemas.microsoft.com/office/drawing/2014/main" id="{E0D88AB7-B0FA-4CCB-BC74-BD3D32EA0028}"/>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1" name="矩形: 圓角 1020">
                    <a:extLst>
                      <a:ext uri="{FF2B5EF4-FFF2-40B4-BE49-F238E27FC236}">
                        <a16:creationId xmlns:a16="http://schemas.microsoft.com/office/drawing/2014/main" id="{F99BC3F0-4006-4822-9958-7C11F1DC013D}"/>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2" name="矩形: 圓角 1021">
                    <a:extLst>
                      <a:ext uri="{FF2B5EF4-FFF2-40B4-BE49-F238E27FC236}">
                        <a16:creationId xmlns:a16="http://schemas.microsoft.com/office/drawing/2014/main" id="{BBCDEFA2-4681-4DF1-92E7-BC9BDB93B7FC}"/>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3" name="矩形: 圓角 1022">
                    <a:extLst>
                      <a:ext uri="{FF2B5EF4-FFF2-40B4-BE49-F238E27FC236}">
                        <a16:creationId xmlns:a16="http://schemas.microsoft.com/office/drawing/2014/main" id="{7AFA0246-9CEA-4A22-904D-22BD892B2015}"/>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4" name="矩形: 圓角 1023">
                    <a:extLst>
                      <a:ext uri="{FF2B5EF4-FFF2-40B4-BE49-F238E27FC236}">
                        <a16:creationId xmlns:a16="http://schemas.microsoft.com/office/drawing/2014/main" id="{A2BA3AF6-0C50-4D62-9115-A14530506F91}"/>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5" name="矩形: 圓角 1024">
                    <a:extLst>
                      <a:ext uri="{FF2B5EF4-FFF2-40B4-BE49-F238E27FC236}">
                        <a16:creationId xmlns:a16="http://schemas.microsoft.com/office/drawing/2014/main" id="{8CCFD275-FAB9-4F1D-84BD-5FE4E1A7661E}"/>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6" name="矩形: 圓角 1025">
                    <a:extLst>
                      <a:ext uri="{FF2B5EF4-FFF2-40B4-BE49-F238E27FC236}">
                        <a16:creationId xmlns:a16="http://schemas.microsoft.com/office/drawing/2014/main" id="{DA52241C-B494-4AFE-9873-FA4921616FEB}"/>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7" name="矩形: 圓角 1026">
                    <a:extLst>
                      <a:ext uri="{FF2B5EF4-FFF2-40B4-BE49-F238E27FC236}">
                        <a16:creationId xmlns:a16="http://schemas.microsoft.com/office/drawing/2014/main" id="{F914AACD-1D7D-4BD9-848F-047C2E5FF181}"/>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8" name="矩形: 圓角 1027">
                    <a:extLst>
                      <a:ext uri="{FF2B5EF4-FFF2-40B4-BE49-F238E27FC236}">
                        <a16:creationId xmlns:a16="http://schemas.microsoft.com/office/drawing/2014/main" id="{54E8B411-7FC6-45A5-B4BA-9D853A1AA761}"/>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9" name="矩形: 圓角 1028">
                    <a:extLst>
                      <a:ext uri="{FF2B5EF4-FFF2-40B4-BE49-F238E27FC236}">
                        <a16:creationId xmlns:a16="http://schemas.microsoft.com/office/drawing/2014/main" id="{3D86E9BB-4E55-4D05-A405-4108BF82EE87}"/>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0" name="矩形: 圓角 1029">
                    <a:extLst>
                      <a:ext uri="{FF2B5EF4-FFF2-40B4-BE49-F238E27FC236}">
                        <a16:creationId xmlns:a16="http://schemas.microsoft.com/office/drawing/2014/main" id="{EAF9134A-5A1B-45E9-A1BE-1B874287796E}"/>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7" name="群組 796">
                  <a:extLst>
                    <a:ext uri="{FF2B5EF4-FFF2-40B4-BE49-F238E27FC236}">
                      <a16:creationId xmlns:a16="http://schemas.microsoft.com/office/drawing/2014/main" id="{823987D2-FAEF-4F5B-A035-27E860CEC35A}"/>
                    </a:ext>
                  </a:extLst>
                </p:cNvPr>
                <p:cNvGrpSpPr/>
                <p:nvPr/>
              </p:nvGrpSpPr>
              <p:grpSpPr>
                <a:xfrm>
                  <a:off x="6223166" y="4033942"/>
                  <a:ext cx="2172650" cy="93211"/>
                  <a:chOff x="3513163" y="2446155"/>
                  <a:chExt cx="2172650" cy="93211"/>
                </a:xfrm>
              </p:grpSpPr>
              <p:sp>
                <p:nvSpPr>
                  <p:cNvPr id="991" name="矩形: 圓角 990">
                    <a:extLst>
                      <a:ext uri="{FF2B5EF4-FFF2-40B4-BE49-F238E27FC236}">
                        <a16:creationId xmlns:a16="http://schemas.microsoft.com/office/drawing/2014/main" id="{192216EE-474B-41A3-801C-7B57451D0CEE}"/>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2" name="矩形: 圓角 991">
                    <a:extLst>
                      <a:ext uri="{FF2B5EF4-FFF2-40B4-BE49-F238E27FC236}">
                        <a16:creationId xmlns:a16="http://schemas.microsoft.com/office/drawing/2014/main" id="{34F154B1-57CC-4845-A5E5-596C4272BBF0}"/>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3" name="矩形: 圓角 992">
                    <a:extLst>
                      <a:ext uri="{FF2B5EF4-FFF2-40B4-BE49-F238E27FC236}">
                        <a16:creationId xmlns:a16="http://schemas.microsoft.com/office/drawing/2014/main" id="{E706F124-A1E2-44F7-9613-A9080C7263C8}"/>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4" name="矩形: 圓角 993">
                    <a:extLst>
                      <a:ext uri="{FF2B5EF4-FFF2-40B4-BE49-F238E27FC236}">
                        <a16:creationId xmlns:a16="http://schemas.microsoft.com/office/drawing/2014/main" id="{ACAD619C-4E71-418C-B2C0-D501509A8FEC}"/>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5" name="矩形: 圓角 994">
                    <a:extLst>
                      <a:ext uri="{FF2B5EF4-FFF2-40B4-BE49-F238E27FC236}">
                        <a16:creationId xmlns:a16="http://schemas.microsoft.com/office/drawing/2014/main" id="{D17A4E37-E7C7-4B56-BA18-EC257E6CB3CA}"/>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6" name="矩形: 圓角 995">
                    <a:extLst>
                      <a:ext uri="{FF2B5EF4-FFF2-40B4-BE49-F238E27FC236}">
                        <a16:creationId xmlns:a16="http://schemas.microsoft.com/office/drawing/2014/main" id="{94FA7E1B-F938-49D8-BA01-9E829DB4CCDF}"/>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7" name="矩形: 圓角 996">
                    <a:extLst>
                      <a:ext uri="{FF2B5EF4-FFF2-40B4-BE49-F238E27FC236}">
                        <a16:creationId xmlns:a16="http://schemas.microsoft.com/office/drawing/2014/main" id="{AD756A17-A6FA-4796-937D-764B13EE7167}"/>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8" name="矩形: 圓角 997">
                    <a:extLst>
                      <a:ext uri="{FF2B5EF4-FFF2-40B4-BE49-F238E27FC236}">
                        <a16:creationId xmlns:a16="http://schemas.microsoft.com/office/drawing/2014/main" id="{E51CE2CC-3C70-4089-890B-42F8E1DA4C00}"/>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9" name="矩形: 圓角 998">
                    <a:extLst>
                      <a:ext uri="{FF2B5EF4-FFF2-40B4-BE49-F238E27FC236}">
                        <a16:creationId xmlns:a16="http://schemas.microsoft.com/office/drawing/2014/main" id="{6EB9A00C-3579-421E-A4D0-29E24D83B3D2}"/>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0" name="矩形: 圓角 999">
                    <a:extLst>
                      <a:ext uri="{FF2B5EF4-FFF2-40B4-BE49-F238E27FC236}">
                        <a16:creationId xmlns:a16="http://schemas.microsoft.com/office/drawing/2014/main" id="{152325A6-828C-4E21-BB83-A1B8ED0D3FF5}"/>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1" name="矩形: 圓角 1000">
                    <a:extLst>
                      <a:ext uri="{FF2B5EF4-FFF2-40B4-BE49-F238E27FC236}">
                        <a16:creationId xmlns:a16="http://schemas.microsoft.com/office/drawing/2014/main" id="{B6266F72-9A3D-4088-B3A1-C0C33E848E3D}"/>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2" name="矩形: 圓角 1001">
                    <a:extLst>
                      <a:ext uri="{FF2B5EF4-FFF2-40B4-BE49-F238E27FC236}">
                        <a16:creationId xmlns:a16="http://schemas.microsoft.com/office/drawing/2014/main" id="{5E3B91F8-DAB7-4AE5-B522-07A62ABE85B2}"/>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3" name="矩形: 圓角 1002">
                    <a:extLst>
                      <a:ext uri="{FF2B5EF4-FFF2-40B4-BE49-F238E27FC236}">
                        <a16:creationId xmlns:a16="http://schemas.microsoft.com/office/drawing/2014/main" id="{9232301B-3FDC-46CA-B2AB-D9E1F3681D19}"/>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4" name="矩形: 圓角 1003">
                    <a:extLst>
                      <a:ext uri="{FF2B5EF4-FFF2-40B4-BE49-F238E27FC236}">
                        <a16:creationId xmlns:a16="http://schemas.microsoft.com/office/drawing/2014/main" id="{18CAB7C7-CA83-48EA-8254-B75F13AFCEDB}"/>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5" name="矩形: 圓角 1004">
                    <a:extLst>
                      <a:ext uri="{FF2B5EF4-FFF2-40B4-BE49-F238E27FC236}">
                        <a16:creationId xmlns:a16="http://schemas.microsoft.com/office/drawing/2014/main" id="{6465C51B-1C44-4E11-83DA-D96C268B8D62}"/>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6" name="矩形: 圓角 1005">
                    <a:extLst>
                      <a:ext uri="{FF2B5EF4-FFF2-40B4-BE49-F238E27FC236}">
                        <a16:creationId xmlns:a16="http://schemas.microsoft.com/office/drawing/2014/main" id="{3B7480F1-5155-446D-8087-A4CC8B4A7DA5}"/>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7" name="矩形: 圓角 1006">
                    <a:extLst>
                      <a:ext uri="{FF2B5EF4-FFF2-40B4-BE49-F238E27FC236}">
                        <a16:creationId xmlns:a16="http://schemas.microsoft.com/office/drawing/2014/main" id="{2F8FA057-85B7-4352-87B1-7B248ACA45C6}"/>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8" name="矩形: 圓角 1007">
                    <a:extLst>
                      <a:ext uri="{FF2B5EF4-FFF2-40B4-BE49-F238E27FC236}">
                        <a16:creationId xmlns:a16="http://schemas.microsoft.com/office/drawing/2014/main" id="{667C1304-844B-46A4-A498-C13A4BC3D54B}"/>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9" name="矩形: 圓角 1008">
                    <a:extLst>
                      <a:ext uri="{FF2B5EF4-FFF2-40B4-BE49-F238E27FC236}">
                        <a16:creationId xmlns:a16="http://schemas.microsoft.com/office/drawing/2014/main" id="{AA99EE3D-BCE9-467A-B147-E36BDE7C437B}"/>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0" name="矩形: 圓角 1009">
                    <a:extLst>
                      <a:ext uri="{FF2B5EF4-FFF2-40B4-BE49-F238E27FC236}">
                        <a16:creationId xmlns:a16="http://schemas.microsoft.com/office/drawing/2014/main" id="{3473CB38-C516-4613-BBCA-1134B4D2EF19}"/>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8" name="群組 797">
                  <a:extLst>
                    <a:ext uri="{FF2B5EF4-FFF2-40B4-BE49-F238E27FC236}">
                      <a16:creationId xmlns:a16="http://schemas.microsoft.com/office/drawing/2014/main" id="{61356EE8-0C40-4D88-BDD4-5B5848252AFC}"/>
                    </a:ext>
                  </a:extLst>
                </p:cNvPr>
                <p:cNvGrpSpPr/>
                <p:nvPr/>
              </p:nvGrpSpPr>
              <p:grpSpPr>
                <a:xfrm>
                  <a:off x="3515392" y="4188270"/>
                  <a:ext cx="2172650" cy="93211"/>
                  <a:chOff x="3513163" y="2446155"/>
                  <a:chExt cx="2172650" cy="93211"/>
                </a:xfrm>
              </p:grpSpPr>
              <p:sp>
                <p:nvSpPr>
                  <p:cNvPr id="971" name="矩形: 圓角 970">
                    <a:extLst>
                      <a:ext uri="{FF2B5EF4-FFF2-40B4-BE49-F238E27FC236}">
                        <a16:creationId xmlns:a16="http://schemas.microsoft.com/office/drawing/2014/main" id="{61502073-A9B7-4FB6-B228-ABCB942C3367}"/>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2" name="矩形: 圓角 971">
                    <a:extLst>
                      <a:ext uri="{FF2B5EF4-FFF2-40B4-BE49-F238E27FC236}">
                        <a16:creationId xmlns:a16="http://schemas.microsoft.com/office/drawing/2014/main" id="{23F194F9-8EEA-49F3-A7FB-A91D0EECABE4}"/>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3" name="矩形: 圓角 972">
                    <a:extLst>
                      <a:ext uri="{FF2B5EF4-FFF2-40B4-BE49-F238E27FC236}">
                        <a16:creationId xmlns:a16="http://schemas.microsoft.com/office/drawing/2014/main" id="{332DE502-1E0E-4821-9CB8-63C91FAF9B23}"/>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4" name="矩形: 圓角 973">
                    <a:extLst>
                      <a:ext uri="{FF2B5EF4-FFF2-40B4-BE49-F238E27FC236}">
                        <a16:creationId xmlns:a16="http://schemas.microsoft.com/office/drawing/2014/main" id="{B63D0671-53EB-4F56-AE1D-29520EC3C77E}"/>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5" name="矩形: 圓角 974">
                    <a:extLst>
                      <a:ext uri="{FF2B5EF4-FFF2-40B4-BE49-F238E27FC236}">
                        <a16:creationId xmlns:a16="http://schemas.microsoft.com/office/drawing/2014/main" id="{F3D1D203-4D71-4E3B-A5CF-EEB1F7553EC5}"/>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6" name="矩形: 圓角 975">
                    <a:extLst>
                      <a:ext uri="{FF2B5EF4-FFF2-40B4-BE49-F238E27FC236}">
                        <a16:creationId xmlns:a16="http://schemas.microsoft.com/office/drawing/2014/main" id="{736DB76A-C983-48C1-995E-770AED231B64}"/>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7" name="矩形: 圓角 976">
                    <a:extLst>
                      <a:ext uri="{FF2B5EF4-FFF2-40B4-BE49-F238E27FC236}">
                        <a16:creationId xmlns:a16="http://schemas.microsoft.com/office/drawing/2014/main" id="{B99B00EC-4706-4F78-8FA2-B1E18C81F1CC}"/>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8" name="矩形: 圓角 977">
                    <a:extLst>
                      <a:ext uri="{FF2B5EF4-FFF2-40B4-BE49-F238E27FC236}">
                        <a16:creationId xmlns:a16="http://schemas.microsoft.com/office/drawing/2014/main" id="{9D0B432E-C90E-48AE-BDAD-71535020A90C}"/>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9" name="矩形: 圓角 978">
                    <a:extLst>
                      <a:ext uri="{FF2B5EF4-FFF2-40B4-BE49-F238E27FC236}">
                        <a16:creationId xmlns:a16="http://schemas.microsoft.com/office/drawing/2014/main" id="{56F83FCB-94A6-40E1-B4CD-3DC92F138D4D}"/>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0" name="矩形: 圓角 979">
                    <a:extLst>
                      <a:ext uri="{FF2B5EF4-FFF2-40B4-BE49-F238E27FC236}">
                        <a16:creationId xmlns:a16="http://schemas.microsoft.com/office/drawing/2014/main" id="{68874164-C55B-4175-AB99-97548CB193A3}"/>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1" name="矩形: 圓角 980">
                    <a:extLst>
                      <a:ext uri="{FF2B5EF4-FFF2-40B4-BE49-F238E27FC236}">
                        <a16:creationId xmlns:a16="http://schemas.microsoft.com/office/drawing/2014/main" id="{DD62B7D2-D329-4756-8CD6-ACA5E2F39898}"/>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2" name="矩形: 圓角 981">
                    <a:extLst>
                      <a:ext uri="{FF2B5EF4-FFF2-40B4-BE49-F238E27FC236}">
                        <a16:creationId xmlns:a16="http://schemas.microsoft.com/office/drawing/2014/main" id="{9A2579AC-EBE9-4577-B40E-669253C3109D}"/>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3" name="矩形: 圓角 982">
                    <a:extLst>
                      <a:ext uri="{FF2B5EF4-FFF2-40B4-BE49-F238E27FC236}">
                        <a16:creationId xmlns:a16="http://schemas.microsoft.com/office/drawing/2014/main" id="{89936C60-E59B-48FE-8E60-07BEC518C26F}"/>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4" name="矩形: 圓角 983">
                    <a:extLst>
                      <a:ext uri="{FF2B5EF4-FFF2-40B4-BE49-F238E27FC236}">
                        <a16:creationId xmlns:a16="http://schemas.microsoft.com/office/drawing/2014/main" id="{BFEA0973-6B65-4211-9003-E249D9CCC149}"/>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5" name="矩形: 圓角 984">
                    <a:extLst>
                      <a:ext uri="{FF2B5EF4-FFF2-40B4-BE49-F238E27FC236}">
                        <a16:creationId xmlns:a16="http://schemas.microsoft.com/office/drawing/2014/main" id="{77084905-6F60-4E41-8D81-98E9A2145F84}"/>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6" name="矩形: 圓角 985">
                    <a:extLst>
                      <a:ext uri="{FF2B5EF4-FFF2-40B4-BE49-F238E27FC236}">
                        <a16:creationId xmlns:a16="http://schemas.microsoft.com/office/drawing/2014/main" id="{3C1B1322-0D60-45C7-AD80-232D87A250A5}"/>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7" name="矩形: 圓角 986">
                    <a:extLst>
                      <a:ext uri="{FF2B5EF4-FFF2-40B4-BE49-F238E27FC236}">
                        <a16:creationId xmlns:a16="http://schemas.microsoft.com/office/drawing/2014/main" id="{525DDB2A-BAC2-4366-BF96-144396C6B636}"/>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8" name="矩形: 圓角 987">
                    <a:extLst>
                      <a:ext uri="{FF2B5EF4-FFF2-40B4-BE49-F238E27FC236}">
                        <a16:creationId xmlns:a16="http://schemas.microsoft.com/office/drawing/2014/main" id="{95C0BAB8-5AA9-40ED-9E9F-20A401943470}"/>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9" name="矩形: 圓角 988">
                    <a:extLst>
                      <a:ext uri="{FF2B5EF4-FFF2-40B4-BE49-F238E27FC236}">
                        <a16:creationId xmlns:a16="http://schemas.microsoft.com/office/drawing/2014/main" id="{F32FB922-CBD5-4111-A456-C5C2ED0758BB}"/>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0" name="矩形: 圓角 989">
                    <a:extLst>
                      <a:ext uri="{FF2B5EF4-FFF2-40B4-BE49-F238E27FC236}">
                        <a16:creationId xmlns:a16="http://schemas.microsoft.com/office/drawing/2014/main" id="{8B206A0F-77A7-4A3A-81DE-CC2DABC6FE66}"/>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9" name="群組 798">
                  <a:extLst>
                    <a:ext uri="{FF2B5EF4-FFF2-40B4-BE49-F238E27FC236}">
                      <a16:creationId xmlns:a16="http://schemas.microsoft.com/office/drawing/2014/main" id="{AC5AFB97-8D85-4C70-A597-0FBD02D39B81}"/>
                    </a:ext>
                  </a:extLst>
                </p:cNvPr>
                <p:cNvGrpSpPr/>
                <p:nvPr/>
              </p:nvGrpSpPr>
              <p:grpSpPr>
                <a:xfrm>
                  <a:off x="6220937" y="4316996"/>
                  <a:ext cx="2172650" cy="93211"/>
                  <a:chOff x="3513163" y="2446155"/>
                  <a:chExt cx="2172650" cy="93211"/>
                </a:xfrm>
              </p:grpSpPr>
              <p:sp>
                <p:nvSpPr>
                  <p:cNvPr id="951" name="矩形: 圓角 950">
                    <a:extLst>
                      <a:ext uri="{FF2B5EF4-FFF2-40B4-BE49-F238E27FC236}">
                        <a16:creationId xmlns:a16="http://schemas.microsoft.com/office/drawing/2014/main" id="{34017C90-5BB9-4259-9C55-B9D4928FD00B}"/>
                      </a:ext>
                    </a:extLst>
                  </p:cNvPr>
                  <p:cNvSpPr/>
                  <p:nvPr/>
                </p:nvSpPr>
                <p:spPr>
                  <a:xfrm>
                    <a:off x="3513163"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2" name="矩形: 圓角 951">
                    <a:extLst>
                      <a:ext uri="{FF2B5EF4-FFF2-40B4-BE49-F238E27FC236}">
                        <a16:creationId xmlns:a16="http://schemas.microsoft.com/office/drawing/2014/main" id="{1810161E-61E9-4684-82E6-DB8FD2E66544}"/>
                      </a:ext>
                    </a:extLst>
                  </p:cNvPr>
                  <p:cNvSpPr/>
                  <p:nvPr/>
                </p:nvSpPr>
                <p:spPr>
                  <a:xfrm>
                    <a:off x="3603632"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3" name="矩形: 圓角 952">
                    <a:extLst>
                      <a:ext uri="{FF2B5EF4-FFF2-40B4-BE49-F238E27FC236}">
                        <a16:creationId xmlns:a16="http://schemas.microsoft.com/office/drawing/2014/main" id="{DC3513B5-3DD5-4407-B634-02AAB2C4AFE2}"/>
                      </a:ext>
                    </a:extLst>
                  </p:cNvPr>
                  <p:cNvSpPr/>
                  <p:nvPr/>
                </p:nvSpPr>
                <p:spPr>
                  <a:xfrm>
                    <a:off x="3742026" y="2446164"/>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4" name="矩形: 圓角 953">
                    <a:extLst>
                      <a:ext uri="{FF2B5EF4-FFF2-40B4-BE49-F238E27FC236}">
                        <a16:creationId xmlns:a16="http://schemas.microsoft.com/office/drawing/2014/main" id="{5A99D256-B2F2-4BE3-B291-53A4F1E7257E}"/>
                      </a:ext>
                    </a:extLst>
                  </p:cNvPr>
                  <p:cNvSpPr/>
                  <p:nvPr/>
                </p:nvSpPr>
                <p:spPr>
                  <a:xfrm>
                    <a:off x="3880420" y="24461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5" name="矩形: 圓角 954">
                    <a:extLst>
                      <a:ext uri="{FF2B5EF4-FFF2-40B4-BE49-F238E27FC236}">
                        <a16:creationId xmlns:a16="http://schemas.microsoft.com/office/drawing/2014/main" id="{7EAC20AD-2FE7-4D98-80C6-5B5706685349}"/>
                      </a:ext>
                    </a:extLst>
                  </p:cNvPr>
                  <p:cNvSpPr/>
                  <p:nvPr/>
                </p:nvSpPr>
                <p:spPr>
                  <a:xfrm>
                    <a:off x="3948029" y="2446162"/>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6" name="矩形: 圓角 955">
                    <a:extLst>
                      <a:ext uri="{FF2B5EF4-FFF2-40B4-BE49-F238E27FC236}">
                        <a16:creationId xmlns:a16="http://schemas.microsoft.com/office/drawing/2014/main" id="{E616656E-6E8C-4F14-AA73-CC7BAEC048DE}"/>
                      </a:ext>
                    </a:extLst>
                  </p:cNvPr>
                  <p:cNvSpPr/>
                  <p:nvPr/>
                </p:nvSpPr>
                <p:spPr>
                  <a:xfrm>
                    <a:off x="4042088" y="2446162"/>
                    <a:ext cx="67195"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7" name="矩形: 圓角 956">
                    <a:extLst>
                      <a:ext uri="{FF2B5EF4-FFF2-40B4-BE49-F238E27FC236}">
                        <a16:creationId xmlns:a16="http://schemas.microsoft.com/office/drawing/2014/main" id="{E8C1376E-425B-46C5-B7C9-FD9B81A2A740}"/>
                      </a:ext>
                    </a:extLst>
                  </p:cNvPr>
                  <p:cNvSpPr/>
                  <p:nvPr/>
                </p:nvSpPr>
                <p:spPr>
                  <a:xfrm>
                    <a:off x="4159524" y="2446161"/>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8" name="矩形: 圓角 957">
                    <a:extLst>
                      <a:ext uri="{FF2B5EF4-FFF2-40B4-BE49-F238E27FC236}">
                        <a16:creationId xmlns:a16="http://schemas.microsoft.com/office/drawing/2014/main" id="{9EFDFF3C-1E1C-4EEC-ACA5-7F393E40A0A6}"/>
                      </a:ext>
                    </a:extLst>
                  </p:cNvPr>
                  <p:cNvSpPr/>
                  <p:nvPr/>
                </p:nvSpPr>
                <p:spPr>
                  <a:xfrm>
                    <a:off x="4275059" y="2446160"/>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9" name="矩形: 圓角 958">
                    <a:extLst>
                      <a:ext uri="{FF2B5EF4-FFF2-40B4-BE49-F238E27FC236}">
                        <a16:creationId xmlns:a16="http://schemas.microsoft.com/office/drawing/2014/main" id="{C2FE65F6-9979-45D8-B181-3254265CF2EA}"/>
                      </a:ext>
                    </a:extLst>
                  </p:cNvPr>
                  <p:cNvSpPr/>
                  <p:nvPr/>
                </p:nvSpPr>
                <p:spPr>
                  <a:xfrm>
                    <a:off x="4413453" y="2446159"/>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0" name="矩形: 圓角 959">
                    <a:extLst>
                      <a:ext uri="{FF2B5EF4-FFF2-40B4-BE49-F238E27FC236}">
                        <a16:creationId xmlns:a16="http://schemas.microsoft.com/office/drawing/2014/main" id="{3FD600B0-0A99-416F-AD5A-7E6721E8C2F8}"/>
                      </a:ext>
                    </a:extLst>
                  </p:cNvPr>
                  <p:cNvSpPr/>
                  <p:nvPr/>
                </p:nvSpPr>
                <p:spPr>
                  <a:xfrm>
                    <a:off x="46017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1" name="矩形: 圓角 960">
                    <a:extLst>
                      <a:ext uri="{FF2B5EF4-FFF2-40B4-BE49-F238E27FC236}">
                        <a16:creationId xmlns:a16="http://schemas.microsoft.com/office/drawing/2014/main" id="{84A773DF-4291-420B-BEA4-804DB933C522}"/>
                      </a:ext>
                    </a:extLst>
                  </p:cNvPr>
                  <p:cNvSpPr/>
                  <p:nvPr/>
                </p:nvSpPr>
                <p:spPr>
                  <a:xfrm>
                    <a:off x="4674817" y="244615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2" name="矩形: 圓角 961">
                    <a:extLst>
                      <a:ext uri="{FF2B5EF4-FFF2-40B4-BE49-F238E27FC236}">
                        <a16:creationId xmlns:a16="http://schemas.microsoft.com/office/drawing/2014/main" id="{CD7991EB-3EAD-468A-A668-48327619748A}"/>
                      </a:ext>
                    </a:extLst>
                  </p:cNvPr>
                  <p:cNvSpPr/>
                  <p:nvPr/>
                </p:nvSpPr>
                <p:spPr>
                  <a:xfrm>
                    <a:off x="4742927" y="2446158"/>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3" name="矩形: 圓角 962">
                    <a:extLst>
                      <a:ext uri="{FF2B5EF4-FFF2-40B4-BE49-F238E27FC236}">
                        <a16:creationId xmlns:a16="http://schemas.microsoft.com/office/drawing/2014/main" id="{B010BF65-E0FA-4CDE-BF23-B65048B3198C}"/>
                      </a:ext>
                    </a:extLst>
                  </p:cNvPr>
                  <p:cNvSpPr/>
                  <p:nvPr/>
                </p:nvSpPr>
                <p:spPr>
                  <a:xfrm>
                    <a:off x="4933856"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4" name="矩形: 圓角 963">
                    <a:extLst>
                      <a:ext uri="{FF2B5EF4-FFF2-40B4-BE49-F238E27FC236}">
                        <a16:creationId xmlns:a16="http://schemas.microsoft.com/office/drawing/2014/main" id="{8E589F8D-B398-4AC3-BEF9-883AD2EFEE34}"/>
                      </a:ext>
                    </a:extLst>
                  </p:cNvPr>
                  <p:cNvSpPr/>
                  <p:nvPr/>
                </p:nvSpPr>
                <p:spPr>
                  <a:xfrm>
                    <a:off x="5016539" y="244615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5" name="矩形: 圓角 964">
                    <a:extLst>
                      <a:ext uri="{FF2B5EF4-FFF2-40B4-BE49-F238E27FC236}">
                        <a16:creationId xmlns:a16="http://schemas.microsoft.com/office/drawing/2014/main" id="{BBB8E819-E663-4473-A72D-E7B4777477F4}"/>
                      </a:ext>
                    </a:extLst>
                  </p:cNvPr>
                  <p:cNvSpPr/>
                  <p:nvPr/>
                </p:nvSpPr>
                <p:spPr>
                  <a:xfrm>
                    <a:off x="5084395" y="2446156"/>
                    <a:ext cx="90468"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6" name="矩形: 圓角 965">
                    <a:extLst>
                      <a:ext uri="{FF2B5EF4-FFF2-40B4-BE49-F238E27FC236}">
                        <a16:creationId xmlns:a16="http://schemas.microsoft.com/office/drawing/2014/main" id="{E934EC3D-797A-45F9-842E-75CE42E59B53}"/>
                      </a:ext>
                    </a:extLst>
                  </p:cNvPr>
                  <p:cNvSpPr/>
                  <p:nvPr/>
                </p:nvSpPr>
                <p:spPr>
                  <a:xfrm>
                    <a:off x="5192895" y="2446908"/>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7" name="矩形: 圓角 966">
                    <a:extLst>
                      <a:ext uri="{FF2B5EF4-FFF2-40B4-BE49-F238E27FC236}">
                        <a16:creationId xmlns:a16="http://schemas.microsoft.com/office/drawing/2014/main" id="{936E5F4D-B116-4161-9960-596774B67821}"/>
                      </a:ext>
                    </a:extLst>
                  </p:cNvPr>
                  <p:cNvSpPr/>
                  <p:nvPr/>
                </p:nvSpPr>
                <p:spPr>
                  <a:xfrm flipH="1">
                    <a:off x="5270354" y="2446155"/>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8" name="矩形: 圓角 967">
                    <a:extLst>
                      <a:ext uri="{FF2B5EF4-FFF2-40B4-BE49-F238E27FC236}">
                        <a16:creationId xmlns:a16="http://schemas.microsoft.com/office/drawing/2014/main" id="{7322CD02-EB02-4388-BE22-A31F05726C61}"/>
                      </a:ext>
                    </a:extLst>
                  </p:cNvPr>
                  <p:cNvSpPr/>
                  <p:nvPr/>
                </p:nvSpPr>
                <p:spPr>
                  <a:xfrm>
                    <a:off x="5403003" y="2446663"/>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9" name="矩形: 圓角 968">
                    <a:extLst>
                      <a:ext uri="{FF2B5EF4-FFF2-40B4-BE49-F238E27FC236}">
                        <a16:creationId xmlns:a16="http://schemas.microsoft.com/office/drawing/2014/main" id="{8251BF90-753A-46D3-8A59-439F570D916E}"/>
                      </a:ext>
                    </a:extLst>
                  </p:cNvPr>
                  <p:cNvSpPr/>
                  <p:nvPr/>
                </p:nvSpPr>
                <p:spPr>
                  <a:xfrm flipH="1">
                    <a:off x="5470475" y="2447168"/>
                    <a:ext cx="60122"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0" name="矩形: 圓角 969">
                    <a:extLst>
                      <a:ext uri="{FF2B5EF4-FFF2-40B4-BE49-F238E27FC236}">
                        <a16:creationId xmlns:a16="http://schemas.microsoft.com/office/drawing/2014/main" id="{8B95ABF5-E34F-498A-9146-C1BA2C229623}"/>
                      </a:ext>
                    </a:extLst>
                  </p:cNvPr>
                  <p:cNvSpPr/>
                  <p:nvPr/>
                </p:nvSpPr>
                <p:spPr>
                  <a:xfrm>
                    <a:off x="5640094" y="2449647"/>
                    <a:ext cx="45719" cy="89719"/>
                  </a:xfrm>
                  <a:prstGeom prst="round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00" name="群組 799">
                  <a:extLst>
                    <a:ext uri="{FF2B5EF4-FFF2-40B4-BE49-F238E27FC236}">
                      <a16:creationId xmlns:a16="http://schemas.microsoft.com/office/drawing/2014/main" id="{90D61EAC-8C0C-4FD9-8A2D-237954C4CC0A}"/>
                    </a:ext>
                  </a:extLst>
                </p:cNvPr>
                <p:cNvGrpSpPr/>
                <p:nvPr/>
              </p:nvGrpSpPr>
              <p:grpSpPr>
                <a:xfrm>
                  <a:off x="6219344" y="2424350"/>
                  <a:ext cx="2175473" cy="136854"/>
                  <a:chOff x="6219344" y="2424350"/>
                  <a:chExt cx="2175473" cy="136854"/>
                </a:xfrm>
              </p:grpSpPr>
              <p:grpSp>
                <p:nvGrpSpPr>
                  <p:cNvPr id="945" name="群組 944">
                    <a:extLst>
                      <a:ext uri="{FF2B5EF4-FFF2-40B4-BE49-F238E27FC236}">
                        <a16:creationId xmlns:a16="http://schemas.microsoft.com/office/drawing/2014/main" id="{2A8B1250-8671-4DC9-8C28-725659F64499}"/>
                      </a:ext>
                    </a:extLst>
                  </p:cNvPr>
                  <p:cNvGrpSpPr/>
                  <p:nvPr/>
                </p:nvGrpSpPr>
                <p:grpSpPr>
                  <a:xfrm>
                    <a:off x="6219344" y="2424350"/>
                    <a:ext cx="2175044" cy="54000"/>
                    <a:chOff x="6219344" y="2424350"/>
                    <a:chExt cx="2175044" cy="54000"/>
                  </a:xfrm>
                </p:grpSpPr>
                <p:sp>
                  <p:nvSpPr>
                    <p:cNvPr id="949" name="矩形 948">
                      <a:extLst>
                        <a:ext uri="{FF2B5EF4-FFF2-40B4-BE49-F238E27FC236}">
                          <a16:creationId xmlns:a16="http://schemas.microsoft.com/office/drawing/2014/main" id="{CFB32517-7DB7-4ECB-BC67-9D33EBB77440}"/>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50" name="直線接點 949">
                      <a:extLst>
                        <a:ext uri="{FF2B5EF4-FFF2-40B4-BE49-F238E27FC236}">
                          <a16:creationId xmlns:a16="http://schemas.microsoft.com/office/drawing/2014/main" id="{86509CC1-083C-4963-86BD-7863D7849935}"/>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46" name="群組 945">
                    <a:extLst>
                      <a:ext uri="{FF2B5EF4-FFF2-40B4-BE49-F238E27FC236}">
                        <a16:creationId xmlns:a16="http://schemas.microsoft.com/office/drawing/2014/main" id="{99B0939C-76C4-4E3C-92BC-B14AF5B1CDBB}"/>
                      </a:ext>
                    </a:extLst>
                  </p:cNvPr>
                  <p:cNvGrpSpPr/>
                  <p:nvPr/>
                </p:nvGrpSpPr>
                <p:grpSpPr>
                  <a:xfrm rot="10800000">
                    <a:off x="6219773" y="2507204"/>
                    <a:ext cx="2175044" cy="54000"/>
                    <a:chOff x="6219344" y="2424350"/>
                    <a:chExt cx="2175044" cy="54000"/>
                  </a:xfrm>
                </p:grpSpPr>
                <p:sp>
                  <p:nvSpPr>
                    <p:cNvPr id="947" name="矩形 946">
                      <a:extLst>
                        <a:ext uri="{FF2B5EF4-FFF2-40B4-BE49-F238E27FC236}">
                          <a16:creationId xmlns:a16="http://schemas.microsoft.com/office/drawing/2014/main" id="{1DDCBD4E-E424-4E1E-A38C-AAFFC220987C}"/>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48" name="直線接點 947">
                      <a:extLst>
                        <a:ext uri="{FF2B5EF4-FFF2-40B4-BE49-F238E27FC236}">
                          <a16:creationId xmlns:a16="http://schemas.microsoft.com/office/drawing/2014/main" id="{2DBF41B6-547C-4676-A315-9663BD610781}"/>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1" name="群組 800">
                  <a:extLst>
                    <a:ext uri="{FF2B5EF4-FFF2-40B4-BE49-F238E27FC236}">
                      <a16:creationId xmlns:a16="http://schemas.microsoft.com/office/drawing/2014/main" id="{C7B0DCC4-DC94-463B-BD47-3A564B824407}"/>
                    </a:ext>
                  </a:extLst>
                </p:cNvPr>
                <p:cNvGrpSpPr/>
                <p:nvPr/>
              </p:nvGrpSpPr>
              <p:grpSpPr>
                <a:xfrm>
                  <a:off x="6219773" y="2569023"/>
                  <a:ext cx="2175473" cy="136854"/>
                  <a:chOff x="6219344" y="2424350"/>
                  <a:chExt cx="2175473" cy="136854"/>
                </a:xfrm>
              </p:grpSpPr>
              <p:grpSp>
                <p:nvGrpSpPr>
                  <p:cNvPr id="939" name="群組 938">
                    <a:extLst>
                      <a:ext uri="{FF2B5EF4-FFF2-40B4-BE49-F238E27FC236}">
                        <a16:creationId xmlns:a16="http://schemas.microsoft.com/office/drawing/2014/main" id="{69CB54EC-F196-4FD6-B33F-41D222B789DF}"/>
                      </a:ext>
                    </a:extLst>
                  </p:cNvPr>
                  <p:cNvGrpSpPr/>
                  <p:nvPr/>
                </p:nvGrpSpPr>
                <p:grpSpPr>
                  <a:xfrm>
                    <a:off x="6219344" y="2424350"/>
                    <a:ext cx="2175044" cy="54000"/>
                    <a:chOff x="6219344" y="2424350"/>
                    <a:chExt cx="2175044" cy="54000"/>
                  </a:xfrm>
                </p:grpSpPr>
                <p:sp>
                  <p:nvSpPr>
                    <p:cNvPr id="943" name="矩形 942">
                      <a:extLst>
                        <a:ext uri="{FF2B5EF4-FFF2-40B4-BE49-F238E27FC236}">
                          <a16:creationId xmlns:a16="http://schemas.microsoft.com/office/drawing/2014/main" id="{F4BBFDD6-2238-43B7-A772-8D0340122028}"/>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44" name="直線接點 943">
                      <a:extLst>
                        <a:ext uri="{FF2B5EF4-FFF2-40B4-BE49-F238E27FC236}">
                          <a16:creationId xmlns:a16="http://schemas.microsoft.com/office/drawing/2014/main" id="{6FB3C462-C627-4EC8-823A-10A5D731B12B}"/>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40" name="群組 939">
                    <a:extLst>
                      <a:ext uri="{FF2B5EF4-FFF2-40B4-BE49-F238E27FC236}">
                        <a16:creationId xmlns:a16="http://schemas.microsoft.com/office/drawing/2014/main" id="{4C69ADC9-ED0C-43BB-B531-AF6FC421575B}"/>
                      </a:ext>
                    </a:extLst>
                  </p:cNvPr>
                  <p:cNvGrpSpPr/>
                  <p:nvPr/>
                </p:nvGrpSpPr>
                <p:grpSpPr>
                  <a:xfrm rot="10800000">
                    <a:off x="6219773" y="2507204"/>
                    <a:ext cx="2175044" cy="54000"/>
                    <a:chOff x="6219344" y="2424350"/>
                    <a:chExt cx="2175044" cy="54000"/>
                  </a:xfrm>
                </p:grpSpPr>
                <p:sp>
                  <p:nvSpPr>
                    <p:cNvPr id="941" name="矩形 940">
                      <a:extLst>
                        <a:ext uri="{FF2B5EF4-FFF2-40B4-BE49-F238E27FC236}">
                          <a16:creationId xmlns:a16="http://schemas.microsoft.com/office/drawing/2014/main" id="{93C9B987-1C0B-420E-A606-01A6DE4509CB}"/>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42" name="直線接點 941">
                      <a:extLst>
                        <a:ext uri="{FF2B5EF4-FFF2-40B4-BE49-F238E27FC236}">
                          <a16:creationId xmlns:a16="http://schemas.microsoft.com/office/drawing/2014/main" id="{B6B3FD75-CDF7-4171-A926-5117590E865F}"/>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2" name="群組 801">
                  <a:extLst>
                    <a:ext uri="{FF2B5EF4-FFF2-40B4-BE49-F238E27FC236}">
                      <a16:creationId xmlns:a16="http://schemas.microsoft.com/office/drawing/2014/main" id="{FAE49511-DC92-46AD-B962-0E6641A681E8}"/>
                    </a:ext>
                  </a:extLst>
                </p:cNvPr>
                <p:cNvGrpSpPr/>
                <p:nvPr/>
              </p:nvGrpSpPr>
              <p:grpSpPr>
                <a:xfrm>
                  <a:off x="6222350" y="2713263"/>
                  <a:ext cx="2175473" cy="136854"/>
                  <a:chOff x="6219344" y="2424350"/>
                  <a:chExt cx="2175473" cy="136854"/>
                </a:xfrm>
              </p:grpSpPr>
              <p:grpSp>
                <p:nvGrpSpPr>
                  <p:cNvPr id="933" name="群組 932">
                    <a:extLst>
                      <a:ext uri="{FF2B5EF4-FFF2-40B4-BE49-F238E27FC236}">
                        <a16:creationId xmlns:a16="http://schemas.microsoft.com/office/drawing/2014/main" id="{E3C72319-352C-4B09-8E48-0AFE90E6847E}"/>
                      </a:ext>
                    </a:extLst>
                  </p:cNvPr>
                  <p:cNvGrpSpPr/>
                  <p:nvPr/>
                </p:nvGrpSpPr>
                <p:grpSpPr>
                  <a:xfrm>
                    <a:off x="6219344" y="2424350"/>
                    <a:ext cx="2175044" cy="54000"/>
                    <a:chOff x="6219344" y="2424350"/>
                    <a:chExt cx="2175044" cy="54000"/>
                  </a:xfrm>
                </p:grpSpPr>
                <p:sp>
                  <p:nvSpPr>
                    <p:cNvPr id="937" name="矩形 936">
                      <a:extLst>
                        <a:ext uri="{FF2B5EF4-FFF2-40B4-BE49-F238E27FC236}">
                          <a16:creationId xmlns:a16="http://schemas.microsoft.com/office/drawing/2014/main" id="{3EDB54DC-AF91-4BA1-870B-D50B200B8405}"/>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38" name="直線接點 937">
                      <a:extLst>
                        <a:ext uri="{FF2B5EF4-FFF2-40B4-BE49-F238E27FC236}">
                          <a16:creationId xmlns:a16="http://schemas.microsoft.com/office/drawing/2014/main" id="{8FF271FE-3690-4888-B32A-6E6ADE41A700}"/>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34" name="群組 933">
                    <a:extLst>
                      <a:ext uri="{FF2B5EF4-FFF2-40B4-BE49-F238E27FC236}">
                        <a16:creationId xmlns:a16="http://schemas.microsoft.com/office/drawing/2014/main" id="{E4AE62AC-321F-4BF5-AF36-8501802A1454}"/>
                      </a:ext>
                    </a:extLst>
                  </p:cNvPr>
                  <p:cNvGrpSpPr/>
                  <p:nvPr/>
                </p:nvGrpSpPr>
                <p:grpSpPr>
                  <a:xfrm rot="10800000">
                    <a:off x="6219773" y="2507204"/>
                    <a:ext cx="2175044" cy="54000"/>
                    <a:chOff x="6219344" y="2424350"/>
                    <a:chExt cx="2175044" cy="54000"/>
                  </a:xfrm>
                </p:grpSpPr>
                <p:sp>
                  <p:nvSpPr>
                    <p:cNvPr id="935" name="矩形 934">
                      <a:extLst>
                        <a:ext uri="{FF2B5EF4-FFF2-40B4-BE49-F238E27FC236}">
                          <a16:creationId xmlns:a16="http://schemas.microsoft.com/office/drawing/2014/main" id="{10B2EFFB-FD7E-4697-BEB5-2BC18835C125}"/>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36" name="直線接點 935">
                      <a:extLst>
                        <a:ext uri="{FF2B5EF4-FFF2-40B4-BE49-F238E27FC236}">
                          <a16:creationId xmlns:a16="http://schemas.microsoft.com/office/drawing/2014/main" id="{CB2D1272-6FF5-46A0-A185-B89AE3B20880}"/>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3" name="群組 802">
                  <a:extLst>
                    <a:ext uri="{FF2B5EF4-FFF2-40B4-BE49-F238E27FC236}">
                      <a16:creationId xmlns:a16="http://schemas.microsoft.com/office/drawing/2014/main" id="{5A9515C3-03F9-49E8-8841-BE7C07DBA39A}"/>
                    </a:ext>
                  </a:extLst>
                </p:cNvPr>
                <p:cNvGrpSpPr/>
                <p:nvPr/>
              </p:nvGrpSpPr>
              <p:grpSpPr>
                <a:xfrm>
                  <a:off x="6222779" y="2857936"/>
                  <a:ext cx="2175473" cy="136854"/>
                  <a:chOff x="6219344" y="2424350"/>
                  <a:chExt cx="2175473" cy="136854"/>
                </a:xfrm>
              </p:grpSpPr>
              <p:grpSp>
                <p:nvGrpSpPr>
                  <p:cNvPr id="927" name="群組 926">
                    <a:extLst>
                      <a:ext uri="{FF2B5EF4-FFF2-40B4-BE49-F238E27FC236}">
                        <a16:creationId xmlns:a16="http://schemas.microsoft.com/office/drawing/2014/main" id="{7A209FA3-EBCB-4092-9115-6DBC12D36057}"/>
                      </a:ext>
                    </a:extLst>
                  </p:cNvPr>
                  <p:cNvGrpSpPr/>
                  <p:nvPr/>
                </p:nvGrpSpPr>
                <p:grpSpPr>
                  <a:xfrm>
                    <a:off x="6219344" y="2424350"/>
                    <a:ext cx="2175044" cy="54000"/>
                    <a:chOff x="6219344" y="2424350"/>
                    <a:chExt cx="2175044" cy="54000"/>
                  </a:xfrm>
                </p:grpSpPr>
                <p:sp>
                  <p:nvSpPr>
                    <p:cNvPr id="931" name="矩形 930">
                      <a:extLst>
                        <a:ext uri="{FF2B5EF4-FFF2-40B4-BE49-F238E27FC236}">
                          <a16:creationId xmlns:a16="http://schemas.microsoft.com/office/drawing/2014/main" id="{6306E74A-1E9E-4F7C-B765-A91CE770E30E}"/>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32" name="直線接點 931">
                      <a:extLst>
                        <a:ext uri="{FF2B5EF4-FFF2-40B4-BE49-F238E27FC236}">
                          <a16:creationId xmlns:a16="http://schemas.microsoft.com/office/drawing/2014/main" id="{C598FCD2-56E7-4A66-B8DA-DB2DB55916AE}"/>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28" name="群組 927">
                    <a:extLst>
                      <a:ext uri="{FF2B5EF4-FFF2-40B4-BE49-F238E27FC236}">
                        <a16:creationId xmlns:a16="http://schemas.microsoft.com/office/drawing/2014/main" id="{0EADD0D9-01A5-4AFA-9EA0-8EC46847D6E4}"/>
                      </a:ext>
                    </a:extLst>
                  </p:cNvPr>
                  <p:cNvGrpSpPr/>
                  <p:nvPr/>
                </p:nvGrpSpPr>
                <p:grpSpPr>
                  <a:xfrm rot="10800000">
                    <a:off x="6219773" y="2507204"/>
                    <a:ext cx="2175044" cy="54000"/>
                    <a:chOff x="6219344" y="2424350"/>
                    <a:chExt cx="2175044" cy="54000"/>
                  </a:xfrm>
                </p:grpSpPr>
                <p:sp>
                  <p:nvSpPr>
                    <p:cNvPr id="929" name="矩形 928">
                      <a:extLst>
                        <a:ext uri="{FF2B5EF4-FFF2-40B4-BE49-F238E27FC236}">
                          <a16:creationId xmlns:a16="http://schemas.microsoft.com/office/drawing/2014/main" id="{980F5259-43C5-4F42-94D1-81A003940AAD}"/>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30" name="直線接點 929">
                      <a:extLst>
                        <a:ext uri="{FF2B5EF4-FFF2-40B4-BE49-F238E27FC236}">
                          <a16:creationId xmlns:a16="http://schemas.microsoft.com/office/drawing/2014/main" id="{66BB5EC7-57E4-4195-9C85-E459B754D468}"/>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4" name="群組 803">
                  <a:extLst>
                    <a:ext uri="{FF2B5EF4-FFF2-40B4-BE49-F238E27FC236}">
                      <a16:creationId xmlns:a16="http://schemas.microsoft.com/office/drawing/2014/main" id="{C196F204-F4DE-419E-AA67-526434EB784F}"/>
                    </a:ext>
                  </a:extLst>
                </p:cNvPr>
                <p:cNvGrpSpPr/>
                <p:nvPr/>
              </p:nvGrpSpPr>
              <p:grpSpPr>
                <a:xfrm>
                  <a:off x="6222349" y="3001753"/>
                  <a:ext cx="2175473" cy="136854"/>
                  <a:chOff x="6219344" y="2424350"/>
                  <a:chExt cx="2175473" cy="136854"/>
                </a:xfrm>
              </p:grpSpPr>
              <p:grpSp>
                <p:nvGrpSpPr>
                  <p:cNvPr id="921" name="群組 920">
                    <a:extLst>
                      <a:ext uri="{FF2B5EF4-FFF2-40B4-BE49-F238E27FC236}">
                        <a16:creationId xmlns:a16="http://schemas.microsoft.com/office/drawing/2014/main" id="{C50D3809-2A00-4E2D-9F53-0EF958F71FEB}"/>
                      </a:ext>
                    </a:extLst>
                  </p:cNvPr>
                  <p:cNvGrpSpPr/>
                  <p:nvPr/>
                </p:nvGrpSpPr>
                <p:grpSpPr>
                  <a:xfrm>
                    <a:off x="6219344" y="2424350"/>
                    <a:ext cx="2175044" cy="54000"/>
                    <a:chOff x="6219344" y="2424350"/>
                    <a:chExt cx="2175044" cy="54000"/>
                  </a:xfrm>
                </p:grpSpPr>
                <p:sp>
                  <p:nvSpPr>
                    <p:cNvPr id="925" name="矩形 924">
                      <a:extLst>
                        <a:ext uri="{FF2B5EF4-FFF2-40B4-BE49-F238E27FC236}">
                          <a16:creationId xmlns:a16="http://schemas.microsoft.com/office/drawing/2014/main" id="{B956D330-69FC-4F11-A838-EBB4CE0C398D}"/>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6" name="直線接點 925">
                      <a:extLst>
                        <a:ext uri="{FF2B5EF4-FFF2-40B4-BE49-F238E27FC236}">
                          <a16:creationId xmlns:a16="http://schemas.microsoft.com/office/drawing/2014/main" id="{B39BC851-3348-42D4-BE8E-67BB63B4A9A0}"/>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22" name="群組 921">
                    <a:extLst>
                      <a:ext uri="{FF2B5EF4-FFF2-40B4-BE49-F238E27FC236}">
                        <a16:creationId xmlns:a16="http://schemas.microsoft.com/office/drawing/2014/main" id="{A0C95BB3-01B7-4289-BD11-979586F65080}"/>
                      </a:ext>
                    </a:extLst>
                  </p:cNvPr>
                  <p:cNvGrpSpPr/>
                  <p:nvPr/>
                </p:nvGrpSpPr>
                <p:grpSpPr>
                  <a:xfrm rot="10800000">
                    <a:off x="6219773" y="2507204"/>
                    <a:ext cx="2175044" cy="54000"/>
                    <a:chOff x="6219344" y="2424350"/>
                    <a:chExt cx="2175044" cy="54000"/>
                  </a:xfrm>
                </p:grpSpPr>
                <p:sp>
                  <p:nvSpPr>
                    <p:cNvPr id="923" name="矩形 922">
                      <a:extLst>
                        <a:ext uri="{FF2B5EF4-FFF2-40B4-BE49-F238E27FC236}">
                          <a16:creationId xmlns:a16="http://schemas.microsoft.com/office/drawing/2014/main" id="{17EBAE63-451E-451F-863C-538BC774B62D}"/>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4" name="直線接點 923">
                      <a:extLst>
                        <a:ext uri="{FF2B5EF4-FFF2-40B4-BE49-F238E27FC236}">
                          <a16:creationId xmlns:a16="http://schemas.microsoft.com/office/drawing/2014/main" id="{AC6B0FC7-FF8B-4B9B-88F5-7CDB995EEA01}"/>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5" name="群組 804">
                  <a:extLst>
                    <a:ext uri="{FF2B5EF4-FFF2-40B4-BE49-F238E27FC236}">
                      <a16:creationId xmlns:a16="http://schemas.microsoft.com/office/drawing/2014/main" id="{0054A0C8-2A56-4105-9C0D-F003BF32B1C6}"/>
                    </a:ext>
                  </a:extLst>
                </p:cNvPr>
                <p:cNvGrpSpPr/>
                <p:nvPr/>
              </p:nvGrpSpPr>
              <p:grpSpPr>
                <a:xfrm>
                  <a:off x="6222778" y="3146426"/>
                  <a:ext cx="2175473" cy="136854"/>
                  <a:chOff x="6219344" y="2424350"/>
                  <a:chExt cx="2175473" cy="136854"/>
                </a:xfrm>
              </p:grpSpPr>
              <p:grpSp>
                <p:nvGrpSpPr>
                  <p:cNvPr id="915" name="群組 914">
                    <a:extLst>
                      <a:ext uri="{FF2B5EF4-FFF2-40B4-BE49-F238E27FC236}">
                        <a16:creationId xmlns:a16="http://schemas.microsoft.com/office/drawing/2014/main" id="{758E55BB-4781-4085-9FBC-9F7633947B35}"/>
                      </a:ext>
                    </a:extLst>
                  </p:cNvPr>
                  <p:cNvGrpSpPr/>
                  <p:nvPr/>
                </p:nvGrpSpPr>
                <p:grpSpPr>
                  <a:xfrm>
                    <a:off x="6219344" y="2424350"/>
                    <a:ext cx="2175044" cy="54000"/>
                    <a:chOff x="6219344" y="2424350"/>
                    <a:chExt cx="2175044" cy="54000"/>
                  </a:xfrm>
                </p:grpSpPr>
                <p:sp>
                  <p:nvSpPr>
                    <p:cNvPr id="919" name="矩形 918">
                      <a:extLst>
                        <a:ext uri="{FF2B5EF4-FFF2-40B4-BE49-F238E27FC236}">
                          <a16:creationId xmlns:a16="http://schemas.microsoft.com/office/drawing/2014/main" id="{2DA1E45D-A441-4579-9BC0-6A298CA39A9F}"/>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0" name="直線接點 919">
                      <a:extLst>
                        <a:ext uri="{FF2B5EF4-FFF2-40B4-BE49-F238E27FC236}">
                          <a16:creationId xmlns:a16="http://schemas.microsoft.com/office/drawing/2014/main" id="{1B6D84DD-AF4B-44FC-BE9D-C0DE8AACB0B2}"/>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16" name="群組 915">
                    <a:extLst>
                      <a:ext uri="{FF2B5EF4-FFF2-40B4-BE49-F238E27FC236}">
                        <a16:creationId xmlns:a16="http://schemas.microsoft.com/office/drawing/2014/main" id="{79ED7417-511C-4F89-B4EC-25CE24CE25C0}"/>
                      </a:ext>
                    </a:extLst>
                  </p:cNvPr>
                  <p:cNvGrpSpPr/>
                  <p:nvPr/>
                </p:nvGrpSpPr>
                <p:grpSpPr>
                  <a:xfrm rot="10800000">
                    <a:off x="6219773" y="2507204"/>
                    <a:ext cx="2175044" cy="54000"/>
                    <a:chOff x="6219344" y="2424350"/>
                    <a:chExt cx="2175044" cy="54000"/>
                  </a:xfrm>
                </p:grpSpPr>
                <p:sp>
                  <p:nvSpPr>
                    <p:cNvPr id="917" name="矩形 916">
                      <a:extLst>
                        <a:ext uri="{FF2B5EF4-FFF2-40B4-BE49-F238E27FC236}">
                          <a16:creationId xmlns:a16="http://schemas.microsoft.com/office/drawing/2014/main" id="{5A84E638-3A06-42E7-9A25-76A34E3CF737}"/>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18" name="直線接點 917">
                      <a:extLst>
                        <a:ext uri="{FF2B5EF4-FFF2-40B4-BE49-F238E27FC236}">
                          <a16:creationId xmlns:a16="http://schemas.microsoft.com/office/drawing/2014/main" id="{17212FFF-DE7B-406A-9ED6-9A3375ADF3CA}"/>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6" name="群組 805">
                  <a:extLst>
                    <a:ext uri="{FF2B5EF4-FFF2-40B4-BE49-F238E27FC236}">
                      <a16:creationId xmlns:a16="http://schemas.microsoft.com/office/drawing/2014/main" id="{5F63D28C-20A3-49B9-8345-47F8825EA568}"/>
                    </a:ext>
                  </a:extLst>
                </p:cNvPr>
                <p:cNvGrpSpPr/>
                <p:nvPr/>
              </p:nvGrpSpPr>
              <p:grpSpPr>
                <a:xfrm>
                  <a:off x="6225355" y="3290666"/>
                  <a:ext cx="2175473" cy="136854"/>
                  <a:chOff x="6219344" y="2424350"/>
                  <a:chExt cx="2175473" cy="136854"/>
                </a:xfrm>
              </p:grpSpPr>
              <p:grpSp>
                <p:nvGrpSpPr>
                  <p:cNvPr id="909" name="群組 908">
                    <a:extLst>
                      <a:ext uri="{FF2B5EF4-FFF2-40B4-BE49-F238E27FC236}">
                        <a16:creationId xmlns:a16="http://schemas.microsoft.com/office/drawing/2014/main" id="{87B99359-8D3C-4E4A-9162-7521BC3FBEB7}"/>
                      </a:ext>
                    </a:extLst>
                  </p:cNvPr>
                  <p:cNvGrpSpPr/>
                  <p:nvPr/>
                </p:nvGrpSpPr>
                <p:grpSpPr>
                  <a:xfrm>
                    <a:off x="6219344" y="2424350"/>
                    <a:ext cx="2175044" cy="54000"/>
                    <a:chOff x="6219344" y="2424350"/>
                    <a:chExt cx="2175044" cy="54000"/>
                  </a:xfrm>
                </p:grpSpPr>
                <p:sp>
                  <p:nvSpPr>
                    <p:cNvPr id="913" name="矩形 912">
                      <a:extLst>
                        <a:ext uri="{FF2B5EF4-FFF2-40B4-BE49-F238E27FC236}">
                          <a16:creationId xmlns:a16="http://schemas.microsoft.com/office/drawing/2014/main" id="{50755AAD-FAC7-4C5E-898E-ED7524F50F4B}"/>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14" name="直線接點 913">
                      <a:extLst>
                        <a:ext uri="{FF2B5EF4-FFF2-40B4-BE49-F238E27FC236}">
                          <a16:creationId xmlns:a16="http://schemas.microsoft.com/office/drawing/2014/main" id="{363E5A31-E07E-4A0D-ADCA-944001B0D5FB}"/>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10" name="群組 909">
                    <a:extLst>
                      <a:ext uri="{FF2B5EF4-FFF2-40B4-BE49-F238E27FC236}">
                        <a16:creationId xmlns:a16="http://schemas.microsoft.com/office/drawing/2014/main" id="{13D1FEED-EEC0-4131-AC01-8ADF33F6FD37}"/>
                      </a:ext>
                    </a:extLst>
                  </p:cNvPr>
                  <p:cNvGrpSpPr/>
                  <p:nvPr/>
                </p:nvGrpSpPr>
                <p:grpSpPr>
                  <a:xfrm rot="10800000">
                    <a:off x="6219773" y="2507204"/>
                    <a:ext cx="2175044" cy="54000"/>
                    <a:chOff x="6219344" y="2424350"/>
                    <a:chExt cx="2175044" cy="54000"/>
                  </a:xfrm>
                </p:grpSpPr>
                <p:sp>
                  <p:nvSpPr>
                    <p:cNvPr id="911" name="矩形 910">
                      <a:extLst>
                        <a:ext uri="{FF2B5EF4-FFF2-40B4-BE49-F238E27FC236}">
                          <a16:creationId xmlns:a16="http://schemas.microsoft.com/office/drawing/2014/main" id="{70127AFE-64D8-4E7D-B1AF-43080C3510DD}"/>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12" name="直線接點 911">
                      <a:extLst>
                        <a:ext uri="{FF2B5EF4-FFF2-40B4-BE49-F238E27FC236}">
                          <a16:creationId xmlns:a16="http://schemas.microsoft.com/office/drawing/2014/main" id="{4D29ABB5-5A11-479D-84B9-C49AB3339EC7}"/>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7" name="群組 806">
                  <a:extLst>
                    <a:ext uri="{FF2B5EF4-FFF2-40B4-BE49-F238E27FC236}">
                      <a16:creationId xmlns:a16="http://schemas.microsoft.com/office/drawing/2014/main" id="{08EF0B5E-145C-4B11-94FC-BA3895C2AB43}"/>
                    </a:ext>
                  </a:extLst>
                </p:cNvPr>
                <p:cNvGrpSpPr/>
                <p:nvPr/>
              </p:nvGrpSpPr>
              <p:grpSpPr>
                <a:xfrm>
                  <a:off x="6225784" y="3435339"/>
                  <a:ext cx="2175473" cy="136854"/>
                  <a:chOff x="6219344" y="2424350"/>
                  <a:chExt cx="2175473" cy="136854"/>
                </a:xfrm>
              </p:grpSpPr>
              <p:grpSp>
                <p:nvGrpSpPr>
                  <p:cNvPr id="903" name="群組 902">
                    <a:extLst>
                      <a:ext uri="{FF2B5EF4-FFF2-40B4-BE49-F238E27FC236}">
                        <a16:creationId xmlns:a16="http://schemas.microsoft.com/office/drawing/2014/main" id="{49CE13BA-58AA-450A-9445-94A538796B71}"/>
                      </a:ext>
                    </a:extLst>
                  </p:cNvPr>
                  <p:cNvGrpSpPr/>
                  <p:nvPr/>
                </p:nvGrpSpPr>
                <p:grpSpPr>
                  <a:xfrm>
                    <a:off x="6219344" y="2424350"/>
                    <a:ext cx="2175044" cy="54000"/>
                    <a:chOff x="6219344" y="2424350"/>
                    <a:chExt cx="2175044" cy="54000"/>
                  </a:xfrm>
                </p:grpSpPr>
                <p:sp>
                  <p:nvSpPr>
                    <p:cNvPr id="907" name="矩形 906">
                      <a:extLst>
                        <a:ext uri="{FF2B5EF4-FFF2-40B4-BE49-F238E27FC236}">
                          <a16:creationId xmlns:a16="http://schemas.microsoft.com/office/drawing/2014/main" id="{7B95525B-FFF3-424B-8D44-5DED97EEEF43}"/>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08" name="直線接點 907">
                      <a:extLst>
                        <a:ext uri="{FF2B5EF4-FFF2-40B4-BE49-F238E27FC236}">
                          <a16:creationId xmlns:a16="http://schemas.microsoft.com/office/drawing/2014/main" id="{455388EF-9057-4680-A9B3-6DC1E3FDF45A}"/>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904" name="群組 903">
                    <a:extLst>
                      <a:ext uri="{FF2B5EF4-FFF2-40B4-BE49-F238E27FC236}">
                        <a16:creationId xmlns:a16="http://schemas.microsoft.com/office/drawing/2014/main" id="{CC9E5E51-7A3E-429A-B2A4-5AC9E5BD1619}"/>
                      </a:ext>
                    </a:extLst>
                  </p:cNvPr>
                  <p:cNvGrpSpPr/>
                  <p:nvPr/>
                </p:nvGrpSpPr>
                <p:grpSpPr>
                  <a:xfrm rot="10800000">
                    <a:off x="6219773" y="2507204"/>
                    <a:ext cx="2175044" cy="54000"/>
                    <a:chOff x="6219344" y="2424350"/>
                    <a:chExt cx="2175044" cy="54000"/>
                  </a:xfrm>
                </p:grpSpPr>
                <p:sp>
                  <p:nvSpPr>
                    <p:cNvPr id="905" name="矩形 904">
                      <a:extLst>
                        <a:ext uri="{FF2B5EF4-FFF2-40B4-BE49-F238E27FC236}">
                          <a16:creationId xmlns:a16="http://schemas.microsoft.com/office/drawing/2014/main" id="{1A101AB2-3BB3-4CF9-9A16-9A2ADBD7699C}"/>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06" name="直線接點 905">
                      <a:extLst>
                        <a:ext uri="{FF2B5EF4-FFF2-40B4-BE49-F238E27FC236}">
                          <a16:creationId xmlns:a16="http://schemas.microsoft.com/office/drawing/2014/main" id="{E404E016-8FD4-4DE1-B9FE-EC99890D1F6E}"/>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8" name="群組 807">
                  <a:extLst>
                    <a:ext uri="{FF2B5EF4-FFF2-40B4-BE49-F238E27FC236}">
                      <a16:creationId xmlns:a16="http://schemas.microsoft.com/office/drawing/2014/main" id="{23E51054-43D8-460A-8EC0-5CB7143DA4E8}"/>
                    </a:ext>
                  </a:extLst>
                </p:cNvPr>
                <p:cNvGrpSpPr/>
                <p:nvPr/>
              </p:nvGrpSpPr>
              <p:grpSpPr>
                <a:xfrm>
                  <a:off x="6222779" y="3576581"/>
                  <a:ext cx="2175473" cy="136854"/>
                  <a:chOff x="6219344" y="2424350"/>
                  <a:chExt cx="2175473" cy="136854"/>
                </a:xfrm>
              </p:grpSpPr>
              <p:grpSp>
                <p:nvGrpSpPr>
                  <p:cNvPr id="897" name="群組 896">
                    <a:extLst>
                      <a:ext uri="{FF2B5EF4-FFF2-40B4-BE49-F238E27FC236}">
                        <a16:creationId xmlns:a16="http://schemas.microsoft.com/office/drawing/2014/main" id="{98FD68C7-06AC-4F38-B516-39452DB58782}"/>
                      </a:ext>
                    </a:extLst>
                  </p:cNvPr>
                  <p:cNvGrpSpPr/>
                  <p:nvPr/>
                </p:nvGrpSpPr>
                <p:grpSpPr>
                  <a:xfrm>
                    <a:off x="6219344" y="2424350"/>
                    <a:ext cx="2175044" cy="54000"/>
                    <a:chOff x="6219344" y="2424350"/>
                    <a:chExt cx="2175044" cy="54000"/>
                  </a:xfrm>
                </p:grpSpPr>
                <p:sp>
                  <p:nvSpPr>
                    <p:cNvPr id="901" name="矩形 900">
                      <a:extLst>
                        <a:ext uri="{FF2B5EF4-FFF2-40B4-BE49-F238E27FC236}">
                          <a16:creationId xmlns:a16="http://schemas.microsoft.com/office/drawing/2014/main" id="{EDBB7DA8-F307-4A2E-AD06-D487E8AB3A0F}"/>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02" name="直線接點 901">
                      <a:extLst>
                        <a:ext uri="{FF2B5EF4-FFF2-40B4-BE49-F238E27FC236}">
                          <a16:creationId xmlns:a16="http://schemas.microsoft.com/office/drawing/2014/main" id="{F8981D50-905F-4D46-A7F3-169DED4F09EB}"/>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98" name="群組 897">
                    <a:extLst>
                      <a:ext uri="{FF2B5EF4-FFF2-40B4-BE49-F238E27FC236}">
                        <a16:creationId xmlns:a16="http://schemas.microsoft.com/office/drawing/2014/main" id="{9603E2CF-E408-4FAF-8D55-03F2288120CC}"/>
                      </a:ext>
                    </a:extLst>
                  </p:cNvPr>
                  <p:cNvGrpSpPr/>
                  <p:nvPr/>
                </p:nvGrpSpPr>
                <p:grpSpPr>
                  <a:xfrm rot="10800000">
                    <a:off x="6219773" y="2507204"/>
                    <a:ext cx="2175044" cy="54000"/>
                    <a:chOff x="6219344" y="2424350"/>
                    <a:chExt cx="2175044" cy="54000"/>
                  </a:xfrm>
                </p:grpSpPr>
                <p:sp>
                  <p:nvSpPr>
                    <p:cNvPr id="899" name="矩形 898">
                      <a:extLst>
                        <a:ext uri="{FF2B5EF4-FFF2-40B4-BE49-F238E27FC236}">
                          <a16:creationId xmlns:a16="http://schemas.microsoft.com/office/drawing/2014/main" id="{28ED7639-D41C-494D-971E-772731FC8EC0}"/>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00" name="直線接點 899">
                      <a:extLst>
                        <a:ext uri="{FF2B5EF4-FFF2-40B4-BE49-F238E27FC236}">
                          <a16:creationId xmlns:a16="http://schemas.microsoft.com/office/drawing/2014/main" id="{7F3D1B26-6DD5-48E8-BAFF-3FFB3C7354BB}"/>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09" name="群組 808">
                  <a:extLst>
                    <a:ext uri="{FF2B5EF4-FFF2-40B4-BE49-F238E27FC236}">
                      <a16:creationId xmlns:a16="http://schemas.microsoft.com/office/drawing/2014/main" id="{0C397BD9-DE6B-4799-B23C-3C9C4F2062E4}"/>
                    </a:ext>
                  </a:extLst>
                </p:cNvPr>
                <p:cNvGrpSpPr/>
                <p:nvPr/>
              </p:nvGrpSpPr>
              <p:grpSpPr>
                <a:xfrm>
                  <a:off x="6223208" y="3721254"/>
                  <a:ext cx="2175473" cy="136854"/>
                  <a:chOff x="6219344" y="2424350"/>
                  <a:chExt cx="2175473" cy="136854"/>
                </a:xfrm>
              </p:grpSpPr>
              <p:grpSp>
                <p:nvGrpSpPr>
                  <p:cNvPr id="891" name="群組 890">
                    <a:extLst>
                      <a:ext uri="{FF2B5EF4-FFF2-40B4-BE49-F238E27FC236}">
                        <a16:creationId xmlns:a16="http://schemas.microsoft.com/office/drawing/2014/main" id="{BFD261AC-5826-427C-953A-8301298D9A9D}"/>
                      </a:ext>
                    </a:extLst>
                  </p:cNvPr>
                  <p:cNvGrpSpPr/>
                  <p:nvPr/>
                </p:nvGrpSpPr>
                <p:grpSpPr>
                  <a:xfrm>
                    <a:off x="6219344" y="2424350"/>
                    <a:ext cx="2175044" cy="54000"/>
                    <a:chOff x="6219344" y="2424350"/>
                    <a:chExt cx="2175044" cy="54000"/>
                  </a:xfrm>
                </p:grpSpPr>
                <p:sp>
                  <p:nvSpPr>
                    <p:cNvPr id="895" name="矩形 894">
                      <a:extLst>
                        <a:ext uri="{FF2B5EF4-FFF2-40B4-BE49-F238E27FC236}">
                          <a16:creationId xmlns:a16="http://schemas.microsoft.com/office/drawing/2014/main" id="{58023C00-955C-41B6-BBAA-E071BD0FEB3A}"/>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96" name="直線接點 895">
                      <a:extLst>
                        <a:ext uri="{FF2B5EF4-FFF2-40B4-BE49-F238E27FC236}">
                          <a16:creationId xmlns:a16="http://schemas.microsoft.com/office/drawing/2014/main" id="{265BFDD5-901D-4752-ACC7-83D23051DB9D}"/>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92" name="群組 891">
                    <a:extLst>
                      <a:ext uri="{FF2B5EF4-FFF2-40B4-BE49-F238E27FC236}">
                        <a16:creationId xmlns:a16="http://schemas.microsoft.com/office/drawing/2014/main" id="{EE408CCB-386C-46EC-8B9B-BAFAD5D1ADAC}"/>
                      </a:ext>
                    </a:extLst>
                  </p:cNvPr>
                  <p:cNvGrpSpPr/>
                  <p:nvPr/>
                </p:nvGrpSpPr>
                <p:grpSpPr>
                  <a:xfrm rot="10800000">
                    <a:off x="6219773" y="2507204"/>
                    <a:ext cx="2175044" cy="54000"/>
                    <a:chOff x="6219344" y="2424350"/>
                    <a:chExt cx="2175044" cy="54000"/>
                  </a:xfrm>
                </p:grpSpPr>
                <p:sp>
                  <p:nvSpPr>
                    <p:cNvPr id="893" name="矩形 892">
                      <a:extLst>
                        <a:ext uri="{FF2B5EF4-FFF2-40B4-BE49-F238E27FC236}">
                          <a16:creationId xmlns:a16="http://schemas.microsoft.com/office/drawing/2014/main" id="{181F5BE5-C13E-4104-BE93-8960A30E71C7}"/>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94" name="直線接點 893">
                      <a:extLst>
                        <a:ext uri="{FF2B5EF4-FFF2-40B4-BE49-F238E27FC236}">
                          <a16:creationId xmlns:a16="http://schemas.microsoft.com/office/drawing/2014/main" id="{60B2298B-1545-4CCC-BA92-CD53921C87CA}"/>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10" name="群組 809">
                  <a:extLst>
                    <a:ext uri="{FF2B5EF4-FFF2-40B4-BE49-F238E27FC236}">
                      <a16:creationId xmlns:a16="http://schemas.microsoft.com/office/drawing/2014/main" id="{FE73F96F-9970-49CA-857C-B0B1B54C1A92}"/>
                    </a:ext>
                  </a:extLst>
                </p:cNvPr>
                <p:cNvGrpSpPr/>
                <p:nvPr/>
              </p:nvGrpSpPr>
              <p:grpSpPr>
                <a:xfrm>
                  <a:off x="6225785" y="3865494"/>
                  <a:ext cx="2175473" cy="136854"/>
                  <a:chOff x="6219344" y="2424350"/>
                  <a:chExt cx="2175473" cy="136854"/>
                </a:xfrm>
              </p:grpSpPr>
              <p:grpSp>
                <p:nvGrpSpPr>
                  <p:cNvPr id="885" name="群組 884">
                    <a:extLst>
                      <a:ext uri="{FF2B5EF4-FFF2-40B4-BE49-F238E27FC236}">
                        <a16:creationId xmlns:a16="http://schemas.microsoft.com/office/drawing/2014/main" id="{A59309C0-B2BA-4B46-B038-73B5D2AA2C77}"/>
                      </a:ext>
                    </a:extLst>
                  </p:cNvPr>
                  <p:cNvGrpSpPr/>
                  <p:nvPr/>
                </p:nvGrpSpPr>
                <p:grpSpPr>
                  <a:xfrm>
                    <a:off x="6219344" y="2424350"/>
                    <a:ext cx="2175044" cy="54000"/>
                    <a:chOff x="6219344" y="2424350"/>
                    <a:chExt cx="2175044" cy="54000"/>
                  </a:xfrm>
                </p:grpSpPr>
                <p:sp>
                  <p:nvSpPr>
                    <p:cNvPr id="889" name="矩形 888">
                      <a:extLst>
                        <a:ext uri="{FF2B5EF4-FFF2-40B4-BE49-F238E27FC236}">
                          <a16:creationId xmlns:a16="http://schemas.microsoft.com/office/drawing/2014/main" id="{BAB9C99B-1CA9-415A-B3D2-077A5BB2E2DB}"/>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90" name="直線接點 889">
                      <a:extLst>
                        <a:ext uri="{FF2B5EF4-FFF2-40B4-BE49-F238E27FC236}">
                          <a16:creationId xmlns:a16="http://schemas.microsoft.com/office/drawing/2014/main" id="{DA6336E2-0CE5-49AA-9ADC-96C914B513EC}"/>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86" name="群組 885">
                    <a:extLst>
                      <a:ext uri="{FF2B5EF4-FFF2-40B4-BE49-F238E27FC236}">
                        <a16:creationId xmlns:a16="http://schemas.microsoft.com/office/drawing/2014/main" id="{5A3F0336-34A1-4C10-B5CF-703D59A8B321}"/>
                      </a:ext>
                    </a:extLst>
                  </p:cNvPr>
                  <p:cNvGrpSpPr/>
                  <p:nvPr/>
                </p:nvGrpSpPr>
                <p:grpSpPr>
                  <a:xfrm rot="10800000">
                    <a:off x="6219773" y="2507204"/>
                    <a:ext cx="2175044" cy="54000"/>
                    <a:chOff x="6219344" y="2424350"/>
                    <a:chExt cx="2175044" cy="54000"/>
                  </a:xfrm>
                </p:grpSpPr>
                <p:sp>
                  <p:nvSpPr>
                    <p:cNvPr id="887" name="矩形 886">
                      <a:extLst>
                        <a:ext uri="{FF2B5EF4-FFF2-40B4-BE49-F238E27FC236}">
                          <a16:creationId xmlns:a16="http://schemas.microsoft.com/office/drawing/2014/main" id="{9BE231D0-184F-4BBB-89C3-6C44A051ADC5}"/>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88" name="直線接點 887">
                      <a:extLst>
                        <a:ext uri="{FF2B5EF4-FFF2-40B4-BE49-F238E27FC236}">
                          <a16:creationId xmlns:a16="http://schemas.microsoft.com/office/drawing/2014/main" id="{11539C4B-69CD-40E3-8795-0F5E56D4B68E}"/>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11" name="群組 810">
                  <a:extLst>
                    <a:ext uri="{FF2B5EF4-FFF2-40B4-BE49-F238E27FC236}">
                      <a16:creationId xmlns:a16="http://schemas.microsoft.com/office/drawing/2014/main" id="{B09B0DA5-A136-4557-A837-E88C0F166205}"/>
                    </a:ext>
                  </a:extLst>
                </p:cNvPr>
                <p:cNvGrpSpPr/>
                <p:nvPr/>
              </p:nvGrpSpPr>
              <p:grpSpPr>
                <a:xfrm>
                  <a:off x="6226214" y="4010167"/>
                  <a:ext cx="2175473" cy="136854"/>
                  <a:chOff x="6219344" y="2424350"/>
                  <a:chExt cx="2175473" cy="136854"/>
                </a:xfrm>
              </p:grpSpPr>
              <p:grpSp>
                <p:nvGrpSpPr>
                  <p:cNvPr id="879" name="群組 878">
                    <a:extLst>
                      <a:ext uri="{FF2B5EF4-FFF2-40B4-BE49-F238E27FC236}">
                        <a16:creationId xmlns:a16="http://schemas.microsoft.com/office/drawing/2014/main" id="{0F91256F-A481-4DEE-8925-8F851DE46D14}"/>
                      </a:ext>
                    </a:extLst>
                  </p:cNvPr>
                  <p:cNvGrpSpPr/>
                  <p:nvPr/>
                </p:nvGrpSpPr>
                <p:grpSpPr>
                  <a:xfrm>
                    <a:off x="6219344" y="2424350"/>
                    <a:ext cx="2175044" cy="54000"/>
                    <a:chOff x="6219344" y="2424350"/>
                    <a:chExt cx="2175044" cy="54000"/>
                  </a:xfrm>
                </p:grpSpPr>
                <p:sp>
                  <p:nvSpPr>
                    <p:cNvPr id="883" name="矩形 882">
                      <a:extLst>
                        <a:ext uri="{FF2B5EF4-FFF2-40B4-BE49-F238E27FC236}">
                          <a16:creationId xmlns:a16="http://schemas.microsoft.com/office/drawing/2014/main" id="{561C057E-E4FC-45AC-80BD-3435B616F7D1}"/>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84" name="直線接點 883">
                      <a:extLst>
                        <a:ext uri="{FF2B5EF4-FFF2-40B4-BE49-F238E27FC236}">
                          <a16:creationId xmlns:a16="http://schemas.microsoft.com/office/drawing/2014/main" id="{84A410B2-4F24-4A83-9F63-2B3DD2A04044}"/>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80" name="群組 879">
                    <a:extLst>
                      <a:ext uri="{FF2B5EF4-FFF2-40B4-BE49-F238E27FC236}">
                        <a16:creationId xmlns:a16="http://schemas.microsoft.com/office/drawing/2014/main" id="{DE181ACE-3F94-4CBD-8984-061CB1077776}"/>
                      </a:ext>
                    </a:extLst>
                  </p:cNvPr>
                  <p:cNvGrpSpPr/>
                  <p:nvPr/>
                </p:nvGrpSpPr>
                <p:grpSpPr>
                  <a:xfrm rot="10800000">
                    <a:off x="6219773" y="2507204"/>
                    <a:ext cx="2175044" cy="54000"/>
                    <a:chOff x="6219344" y="2424350"/>
                    <a:chExt cx="2175044" cy="54000"/>
                  </a:xfrm>
                </p:grpSpPr>
                <p:sp>
                  <p:nvSpPr>
                    <p:cNvPr id="881" name="矩形 880">
                      <a:extLst>
                        <a:ext uri="{FF2B5EF4-FFF2-40B4-BE49-F238E27FC236}">
                          <a16:creationId xmlns:a16="http://schemas.microsoft.com/office/drawing/2014/main" id="{27533093-426B-44EA-8229-327285A45777}"/>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82" name="直線接點 881">
                      <a:extLst>
                        <a:ext uri="{FF2B5EF4-FFF2-40B4-BE49-F238E27FC236}">
                          <a16:creationId xmlns:a16="http://schemas.microsoft.com/office/drawing/2014/main" id="{FB92A91A-482B-45BF-B6E3-8B3E1E6F1C07}"/>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12" name="群組 811">
                  <a:extLst>
                    <a:ext uri="{FF2B5EF4-FFF2-40B4-BE49-F238E27FC236}">
                      <a16:creationId xmlns:a16="http://schemas.microsoft.com/office/drawing/2014/main" id="{27F481E2-B833-41ED-94AE-6F06397BF961}"/>
                    </a:ext>
                  </a:extLst>
                </p:cNvPr>
                <p:cNvGrpSpPr/>
                <p:nvPr/>
              </p:nvGrpSpPr>
              <p:grpSpPr>
                <a:xfrm>
                  <a:off x="6218916" y="4299083"/>
                  <a:ext cx="2175473" cy="136854"/>
                  <a:chOff x="6219344" y="2424350"/>
                  <a:chExt cx="2175473" cy="136854"/>
                </a:xfrm>
              </p:grpSpPr>
              <p:grpSp>
                <p:nvGrpSpPr>
                  <p:cNvPr id="873" name="群組 872">
                    <a:extLst>
                      <a:ext uri="{FF2B5EF4-FFF2-40B4-BE49-F238E27FC236}">
                        <a16:creationId xmlns:a16="http://schemas.microsoft.com/office/drawing/2014/main" id="{9D326BEF-D8FF-4EBB-B49B-C80F8BDE1629}"/>
                      </a:ext>
                    </a:extLst>
                  </p:cNvPr>
                  <p:cNvGrpSpPr/>
                  <p:nvPr/>
                </p:nvGrpSpPr>
                <p:grpSpPr>
                  <a:xfrm>
                    <a:off x="6219344" y="2424350"/>
                    <a:ext cx="2175044" cy="54000"/>
                    <a:chOff x="6219344" y="2424350"/>
                    <a:chExt cx="2175044" cy="54000"/>
                  </a:xfrm>
                </p:grpSpPr>
                <p:sp>
                  <p:nvSpPr>
                    <p:cNvPr id="877" name="矩形 876">
                      <a:extLst>
                        <a:ext uri="{FF2B5EF4-FFF2-40B4-BE49-F238E27FC236}">
                          <a16:creationId xmlns:a16="http://schemas.microsoft.com/office/drawing/2014/main" id="{94F24C39-AD89-4087-B82E-0764EF549180}"/>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78" name="直線接點 877">
                      <a:extLst>
                        <a:ext uri="{FF2B5EF4-FFF2-40B4-BE49-F238E27FC236}">
                          <a16:creationId xmlns:a16="http://schemas.microsoft.com/office/drawing/2014/main" id="{458FFF4E-FD99-4F24-B837-551EFE7684D9}"/>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74" name="群組 873">
                    <a:extLst>
                      <a:ext uri="{FF2B5EF4-FFF2-40B4-BE49-F238E27FC236}">
                        <a16:creationId xmlns:a16="http://schemas.microsoft.com/office/drawing/2014/main" id="{842EE6D6-6A04-4D2A-8C80-A59E5B86E95F}"/>
                      </a:ext>
                    </a:extLst>
                  </p:cNvPr>
                  <p:cNvGrpSpPr/>
                  <p:nvPr/>
                </p:nvGrpSpPr>
                <p:grpSpPr>
                  <a:xfrm rot="10800000">
                    <a:off x="6219773" y="2507204"/>
                    <a:ext cx="2175044" cy="54000"/>
                    <a:chOff x="6219344" y="2424350"/>
                    <a:chExt cx="2175044" cy="54000"/>
                  </a:xfrm>
                </p:grpSpPr>
                <p:sp>
                  <p:nvSpPr>
                    <p:cNvPr id="875" name="矩形 874">
                      <a:extLst>
                        <a:ext uri="{FF2B5EF4-FFF2-40B4-BE49-F238E27FC236}">
                          <a16:creationId xmlns:a16="http://schemas.microsoft.com/office/drawing/2014/main" id="{747D0F41-C136-4097-AED8-CDC2FA19F675}"/>
                        </a:ext>
                      </a:extLst>
                    </p:cNvPr>
                    <p:cNvSpPr/>
                    <p:nvPr/>
                  </p:nvSpPr>
                  <p:spPr>
                    <a:xfrm>
                      <a:off x="6219344" y="2424350"/>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76" name="直線接點 875">
                      <a:extLst>
                        <a:ext uri="{FF2B5EF4-FFF2-40B4-BE49-F238E27FC236}">
                          <a16:creationId xmlns:a16="http://schemas.microsoft.com/office/drawing/2014/main" id="{70DE903D-8613-4878-B355-70BED173D292}"/>
                        </a:ext>
                      </a:extLst>
                    </p:cNvPr>
                    <p:cNvCxnSpPr/>
                    <p:nvPr/>
                  </p:nvCxnSpPr>
                  <p:spPr>
                    <a:xfrm>
                      <a:off x="6601588" y="2474062"/>
                      <a:ext cx="17928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13" name="群組 812">
                  <a:extLst>
                    <a:ext uri="{FF2B5EF4-FFF2-40B4-BE49-F238E27FC236}">
                      <a16:creationId xmlns:a16="http://schemas.microsoft.com/office/drawing/2014/main" id="{E81B3077-7814-4BAF-A661-E6007CA3627C}"/>
                    </a:ext>
                  </a:extLst>
                </p:cNvPr>
                <p:cNvGrpSpPr/>
                <p:nvPr/>
              </p:nvGrpSpPr>
              <p:grpSpPr>
                <a:xfrm>
                  <a:off x="8516554" y="2443773"/>
                  <a:ext cx="743408" cy="120328"/>
                  <a:chOff x="8516554" y="2443773"/>
                  <a:chExt cx="743408" cy="120328"/>
                </a:xfrm>
              </p:grpSpPr>
              <p:sp>
                <p:nvSpPr>
                  <p:cNvPr id="869" name="矩形 868">
                    <a:extLst>
                      <a:ext uri="{FF2B5EF4-FFF2-40B4-BE49-F238E27FC236}">
                        <a16:creationId xmlns:a16="http://schemas.microsoft.com/office/drawing/2014/main" id="{BD6951ED-024E-4F29-9327-9B63C42360F1}"/>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70" name="直線接點 869">
                    <a:extLst>
                      <a:ext uri="{FF2B5EF4-FFF2-40B4-BE49-F238E27FC236}">
                        <a16:creationId xmlns:a16="http://schemas.microsoft.com/office/drawing/2014/main" id="{6A0727F9-19F9-42E0-A3E2-0F61EA1B01F0}"/>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71" name="矩形 870">
                    <a:extLst>
                      <a:ext uri="{FF2B5EF4-FFF2-40B4-BE49-F238E27FC236}">
                        <a16:creationId xmlns:a16="http://schemas.microsoft.com/office/drawing/2014/main" id="{74CD75F5-B31A-41A5-BF91-BA113BEA2FBA}"/>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72" name="直線接點 871">
                    <a:extLst>
                      <a:ext uri="{FF2B5EF4-FFF2-40B4-BE49-F238E27FC236}">
                        <a16:creationId xmlns:a16="http://schemas.microsoft.com/office/drawing/2014/main" id="{4A4D8F80-E6D3-4921-B394-3027CBCD96C5}"/>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14" name="群組 813">
                  <a:extLst>
                    <a:ext uri="{FF2B5EF4-FFF2-40B4-BE49-F238E27FC236}">
                      <a16:creationId xmlns:a16="http://schemas.microsoft.com/office/drawing/2014/main" id="{2A2440C4-DBA6-4B15-93C8-D076CAFB7E31}"/>
                    </a:ext>
                  </a:extLst>
                </p:cNvPr>
                <p:cNvGrpSpPr/>
                <p:nvPr/>
              </p:nvGrpSpPr>
              <p:grpSpPr>
                <a:xfrm>
                  <a:off x="8518935" y="2586648"/>
                  <a:ext cx="743408" cy="120328"/>
                  <a:chOff x="8516554" y="2443773"/>
                  <a:chExt cx="743408" cy="120328"/>
                </a:xfrm>
              </p:grpSpPr>
              <p:sp>
                <p:nvSpPr>
                  <p:cNvPr id="865" name="矩形 864">
                    <a:extLst>
                      <a:ext uri="{FF2B5EF4-FFF2-40B4-BE49-F238E27FC236}">
                        <a16:creationId xmlns:a16="http://schemas.microsoft.com/office/drawing/2014/main" id="{43E84A37-0206-492A-BA39-AD646EE64AD8}"/>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66" name="直線接點 865">
                    <a:extLst>
                      <a:ext uri="{FF2B5EF4-FFF2-40B4-BE49-F238E27FC236}">
                        <a16:creationId xmlns:a16="http://schemas.microsoft.com/office/drawing/2014/main" id="{05A6DA15-AB05-4D52-86A9-EFEBF1839998}"/>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67" name="矩形 866">
                    <a:extLst>
                      <a:ext uri="{FF2B5EF4-FFF2-40B4-BE49-F238E27FC236}">
                        <a16:creationId xmlns:a16="http://schemas.microsoft.com/office/drawing/2014/main" id="{51D20068-E221-4F1A-843E-5492D540C1D6}"/>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68" name="直線接點 867">
                    <a:extLst>
                      <a:ext uri="{FF2B5EF4-FFF2-40B4-BE49-F238E27FC236}">
                        <a16:creationId xmlns:a16="http://schemas.microsoft.com/office/drawing/2014/main" id="{5257B2E8-B114-4F04-9F59-611D6534AFEF}"/>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15" name="群組 814">
                  <a:extLst>
                    <a:ext uri="{FF2B5EF4-FFF2-40B4-BE49-F238E27FC236}">
                      <a16:creationId xmlns:a16="http://schemas.microsoft.com/office/drawing/2014/main" id="{15E0D414-28CB-4469-810B-E8E8834E0324}"/>
                    </a:ext>
                  </a:extLst>
                </p:cNvPr>
                <p:cNvGrpSpPr/>
                <p:nvPr/>
              </p:nvGrpSpPr>
              <p:grpSpPr>
                <a:xfrm>
                  <a:off x="8518936" y="2731904"/>
                  <a:ext cx="743408" cy="120328"/>
                  <a:chOff x="8516554" y="2443773"/>
                  <a:chExt cx="743408" cy="120328"/>
                </a:xfrm>
              </p:grpSpPr>
              <p:sp>
                <p:nvSpPr>
                  <p:cNvPr id="861" name="矩形 860">
                    <a:extLst>
                      <a:ext uri="{FF2B5EF4-FFF2-40B4-BE49-F238E27FC236}">
                        <a16:creationId xmlns:a16="http://schemas.microsoft.com/office/drawing/2014/main" id="{5846F3B9-3E19-4E1C-BB53-94434EF53CBD}"/>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62" name="直線接點 861">
                    <a:extLst>
                      <a:ext uri="{FF2B5EF4-FFF2-40B4-BE49-F238E27FC236}">
                        <a16:creationId xmlns:a16="http://schemas.microsoft.com/office/drawing/2014/main" id="{83C9B0B0-36BC-4CB2-8916-DB6F207E0EDB}"/>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63" name="矩形 862">
                    <a:extLst>
                      <a:ext uri="{FF2B5EF4-FFF2-40B4-BE49-F238E27FC236}">
                        <a16:creationId xmlns:a16="http://schemas.microsoft.com/office/drawing/2014/main" id="{E7EAC266-8A7B-423B-937A-2E675B471988}"/>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64" name="直線接點 863">
                    <a:extLst>
                      <a:ext uri="{FF2B5EF4-FFF2-40B4-BE49-F238E27FC236}">
                        <a16:creationId xmlns:a16="http://schemas.microsoft.com/office/drawing/2014/main" id="{0C91CE8A-7A71-46FF-86AF-BDE480926E55}"/>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16" name="群組 815">
                  <a:extLst>
                    <a:ext uri="{FF2B5EF4-FFF2-40B4-BE49-F238E27FC236}">
                      <a16:creationId xmlns:a16="http://schemas.microsoft.com/office/drawing/2014/main" id="{20B5E02A-3421-4BFE-AAC7-FB46BFB7E168}"/>
                    </a:ext>
                  </a:extLst>
                </p:cNvPr>
                <p:cNvGrpSpPr/>
                <p:nvPr/>
              </p:nvGrpSpPr>
              <p:grpSpPr>
                <a:xfrm>
                  <a:off x="8521317" y="2874779"/>
                  <a:ext cx="743408" cy="120328"/>
                  <a:chOff x="8516554" y="2443773"/>
                  <a:chExt cx="743408" cy="120328"/>
                </a:xfrm>
              </p:grpSpPr>
              <p:sp>
                <p:nvSpPr>
                  <p:cNvPr id="857" name="矩形 856">
                    <a:extLst>
                      <a:ext uri="{FF2B5EF4-FFF2-40B4-BE49-F238E27FC236}">
                        <a16:creationId xmlns:a16="http://schemas.microsoft.com/office/drawing/2014/main" id="{68930FE8-B29B-4161-A1F2-BE846E464F63}"/>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58" name="直線接點 857">
                    <a:extLst>
                      <a:ext uri="{FF2B5EF4-FFF2-40B4-BE49-F238E27FC236}">
                        <a16:creationId xmlns:a16="http://schemas.microsoft.com/office/drawing/2014/main" id="{0237CCF4-A73D-4994-8D9E-83C30C011819}"/>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59" name="矩形 858">
                    <a:extLst>
                      <a:ext uri="{FF2B5EF4-FFF2-40B4-BE49-F238E27FC236}">
                        <a16:creationId xmlns:a16="http://schemas.microsoft.com/office/drawing/2014/main" id="{41C10296-C171-4216-99AC-2EA4ACA700B3}"/>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60" name="直線接點 859">
                    <a:extLst>
                      <a:ext uri="{FF2B5EF4-FFF2-40B4-BE49-F238E27FC236}">
                        <a16:creationId xmlns:a16="http://schemas.microsoft.com/office/drawing/2014/main" id="{D42D3648-7E27-46CF-A299-82F6C81AAAC9}"/>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17" name="群組 816">
                  <a:extLst>
                    <a:ext uri="{FF2B5EF4-FFF2-40B4-BE49-F238E27FC236}">
                      <a16:creationId xmlns:a16="http://schemas.microsoft.com/office/drawing/2014/main" id="{99E0B66A-73A2-4E3D-9CDC-ABD1574570C1}"/>
                    </a:ext>
                  </a:extLst>
                </p:cNvPr>
                <p:cNvGrpSpPr/>
                <p:nvPr/>
              </p:nvGrpSpPr>
              <p:grpSpPr>
                <a:xfrm>
                  <a:off x="8521316" y="3020035"/>
                  <a:ext cx="743408" cy="120328"/>
                  <a:chOff x="8516554" y="2443773"/>
                  <a:chExt cx="743408" cy="120328"/>
                </a:xfrm>
              </p:grpSpPr>
              <p:sp>
                <p:nvSpPr>
                  <p:cNvPr id="853" name="矩形 852">
                    <a:extLst>
                      <a:ext uri="{FF2B5EF4-FFF2-40B4-BE49-F238E27FC236}">
                        <a16:creationId xmlns:a16="http://schemas.microsoft.com/office/drawing/2014/main" id="{F52592FD-4F77-4425-93BC-DB1AF51F5093}"/>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54" name="直線接點 853">
                    <a:extLst>
                      <a:ext uri="{FF2B5EF4-FFF2-40B4-BE49-F238E27FC236}">
                        <a16:creationId xmlns:a16="http://schemas.microsoft.com/office/drawing/2014/main" id="{55D718BF-7AEE-4278-B1D7-A6D842EF149E}"/>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55" name="矩形 854">
                    <a:extLst>
                      <a:ext uri="{FF2B5EF4-FFF2-40B4-BE49-F238E27FC236}">
                        <a16:creationId xmlns:a16="http://schemas.microsoft.com/office/drawing/2014/main" id="{02BF8844-226C-48D3-A494-B37EDBC0115A}"/>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56" name="直線接點 855">
                    <a:extLst>
                      <a:ext uri="{FF2B5EF4-FFF2-40B4-BE49-F238E27FC236}">
                        <a16:creationId xmlns:a16="http://schemas.microsoft.com/office/drawing/2014/main" id="{16194A45-5418-4913-B7A5-0D5DE823E474}"/>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18" name="群組 817">
                  <a:extLst>
                    <a:ext uri="{FF2B5EF4-FFF2-40B4-BE49-F238E27FC236}">
                      <a16:creationId xmlns:a16="http://schemas.microsoft.com/office/drawing/2014/main" id="{B8D6D52F-F483-481E-A159-A6768C26F56A}"/>
                    </a:ext>
                  </a:extLst>
                </p:cNvPr>
                <p:cNvGrpSpPr/>
                <p:nvPr/>
              </p:nvGrpSpPr>
              <p:grpSpPr>
                <a:xfrm>
                  <a:off x="8523697" y="3162910"/>
                  <a:ext cx="743408" cy="120328"/>
                  <a:chOff x="8516554" y="2443773"/>
                  <a:chExt cx="743408" cy="120328"/>
                </a:xfrm>
              </p:grpSpPr>
              <p:sp>
                <p:nvSpPr>
                  <p:cNvPr id="849" name="矩形 848">
                    <a:extLst>
                      <a:ext uri="{FF2B5EF4-FFF2-40B4-BE49-F238E27FC236}">
                        <a16:creationId xmlns:a16="http://schemas.microsoft.com/office/drawing/2014/main" id="{55DA5CF8-D658-40EF-8D91-70DCDA3F169F}"/>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50" name="直線接點 849">
                    <a:extLst>
                      <a:ext uri="{FF2B5EF4-FFF2-40B4-BE49-F238E27FC236}">
                        <a16:creationId xmlns:a16="http://schemas.microsoft.com/office/drawing/2014/main" id="{5D8EF706-D098-4897-AE34-6DA978A6AE2A}"/>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51" name="矩形 850">
                    <a:extLst>
                      <a:ext uri="{FF2B5EF4-FFF2-40B4-BE49-F238E27FC236}">
                        <a16:creationId xmlns:a16="http://schemas.microsoft.com/office/drawing/2014/main" id="{C85D7683-022D-4BD2-B56E-A8539E2A053F}"/>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52" name="直線接點 851">
                    <a:extLst>
                      <a:ext uri="{FF2B5EF4-FFF2-40B4-BE49-F238E27FC236}">
                        <a16:creationId xmlns:a16="http://schemas.microsoft.com/office/drawing/2014/main" id="{540CA87F-89AF-4D02-A9FD-AA057DC52A16}"/>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19" name="群組 818">
                  <a:extLst>
                    <a:ext uri="{FF2B5EF4-FFF2-40B4-BE49-F238E27FC236}">
                      <a16:creationId xmlns:a16="http://schemas.microsoft.com/office/drawing/2014/main" id="{83926C02-70AA-4B3D-AFC2-2B14CCC25E29}"/>
                    </a:ext>
                  </a:extLst>
                </p:cNvPr>
                <p:cNvGrpSpPr/>
                <p:nvPr/>
              </p:nvGrpSpPr>
              <p:grpSpPr>
                <a:xfrm>
                  <a:off x="8523698" y="3308166"/>
                  <a:ext cx="743408" cy="120328"/>
                  <a:chOff x="8516554" y="2443773"/>
                  <a:chExt cx="743408" cy="120328"/>
                </a:xfrm>
              </p:grpSpPr>
              <p:sp>
                <p:nvSpPr>
                  <p:cNvPr id="845" name="矩形 844">
                    <a:extLst>
                      <a:ext uri="{FF2B5EF4-FFF2-40B4-BE49-F238E27FC236}">
                        <a16:creationId xmlns:a16="http://schemas.microsoft.com/office/drawing/2014/main" id="{72AC21D6-BAAA-4594-B95E-9F19BAB4AD0B}"/>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46" name="直線接點 845">
                    <a:extLst>
                      <a:ext uri="{FF2B5EF4-FFF2-40B4-BE49-F238E27FC236}">
                        <a16:creationId xmlns:a16="http://schemas.microsoft.com/office/drawing/2014/main" id="{746B03DA-986A-4B77-9E4E-687F9488198A}"/>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47" name="矩形 846">
                    <a:extLst>
                      <a:ext uri="{FF2B5EF4-FFF2-40B4-BE49-F238E27FC236}">
                        <a16:creationId xmlns:a16="http://schemas.microsoft.com/office/drawing/2014/main" id="{7C8BCEF9-7DDF-4DEC-8D51-9ABF7C5A024C}"/>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48" name="直線接點 847">
                    <a:extLst>
                      <a:ext uri="{FF2B5EF4-FFF2-40B4-BE49-F238E27FC236}">
                        <a16:creationId xmlns:a16="http://schemas.microsoft.com/office/drawing/2014/main" id="{AB84B563-39EB-40AD-899D-6CAF24D126D1}"/>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20" name="群組 819">
                  <a:extLst>
                    <a:ext uri="{FF2B5EF4-FFF2-40B4-BE49-F238E27FC236}">
                      <a16:creationId xmlns:a16="http://schemas.microsoft.com/office/drawing/2014/main" id="{E4218EE7-E730-4581-8B5E-15A11DD0595C}"/>
                    </a:ext>
                  </a:extLst>
                </p:cNvPr>
                <p:cNvGrpSpPr/>
                <p:nvPr/>
              </p:nvGrpSpPr>
              <p:grpSpPr>
                <a:xfrm>
                  <a:off x="8526079" y="3451041"/>
                  <a:ext cx="743408" cy="120328"/>
                  <a:chOff x="8516554" y="2443773"/>
                  <a:chExt cx="743408" cy="120328"/>
                </a:xfrm>
              </p:grpSpPr>
              <p:sp>
                <p:nvSpPr>
                  <p:cNvPr id="841" name="矩形 840">
                    <a:extLst>
                      <a:ext uri="{FF2B5EF4-FFF2-40B4-BE49-F238E27FC236}">
                        <a16:creationId xmlns:a16="http://schemas.microsoft.com/office/drawing/2014/main" id="{D8E22E5C-55B9-4FE7-AC4B-A1E631769D7E}"/>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42" name="直線接點 841">
                    <a:extLst>
                      <a:ext uri="{FF2B5EF4-FFF2-40B4-BE49-F238E27FC236}">
                        <a16:creationId xmlns:a16="http://schemas.microsoft.com/office/drawing/2014/main" id="{423D94C7-E32B-47A2-B356-E71ECC8F0EE8}"/>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43" name="矩形 842">
                    <a:extLst>
                      <a:ext uri="{FF2B5EF4-FFF2-40B4-BE49-F238E27FC236}">
                        <a16:creationId xmlns:a16="http://schemas.microsoft.com/office/drawing/2014/main" id="{756421BC-E2B9-4F13-9E94-93FA48840B6A}"/>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44" name="直線接點 843">
                    <a:extLst>
                      <a:ext uri="{FF2B5EF4-FFF2-40B4-BE49-F238E27FC236}">
                        <a16:creationId xmlns:a16="http://schemas.microsoft.com/office/drawing/2014/main" id="{B40999F2-5F24-4FE1-B40F-145FE8E45905}"/>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21" name="群組 820">
                  <a:extLst>
                    <a:ext uri="{FF2B5EF4-FFF2-40B4-BE49-F238E27FC236}">
                      <a16:creationId xmlns:a16="http://schemas.microsoft.com/office/drawing/2014/main" id="{4DAF39AB-1E66-4853-9A6B-ACE8A4C84F3A}"/>
                    </a:ext>
                  </a:extLst>
                </p:cNvPr>
                <p:cNvGrpSpPr/>
                <p:nvPr/>
              </p:nvGrpSpPr>
              <p:grpSpPr>
                <a:xfrm>
                  <a:off x="8530843" y="3596298"/>
                  <a:ext cx="743408" cy="120328"/>
                  <a:chOff x="8516554" y="2443773"/>
                  <a:chExt cx="743408" cy="120328"/>
                </a:xfrm>
              </p:grpSpPr>
              <p:sp>
                <p:nvSpPr>
                  <p:cNvPr id="837" name="矩形 836">
                    <a:extLst>
                      <a:ext uri="{FF2B5EF4-FFF2-40B4-BE49-F238E27FC236}">
                        <a16:creationId xmlns:a16="http://schemas.microsoft.com/office/drawing/2014/main" id="{DCC3C9C7-B14F-4EFC-A754-246A526C9C74}"/>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38" name="直線接點 837">
                    <a:extLst>
                      <a:ext uri="{FF2B5EF4-FFF2-40B4-BE49-F238E27FC236}">
                        <a16:creationId xmlns:a16="http://schemas.microsoft.com/office/drawing/2014/main" id="{44BDA90E-D7A2-4EA2-A387-70DCA5541C12}"/>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39" name="矩形 838">
                    <a:extLst>
                      <a:ext uri="{FF2B5EF4-FFF2-40B4-BE49-F238E27FC236}">
                        <a16:creationId xmlns:a16="http://schemas.microsoft.com/office/drawing/2014/main" id="{26662CC7-CC99-4D11-AE47-CEBB0D84FBC0}"/>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40" name="直線接點 839">
                    <a:extLst>
                      <a:ext uri="{FF2B5EF4-FFF2-40B4-BE49-F238E27FC236}">
                        <a16:creationId xmlns:a16="http://schemas.microsoft.com/office/drawing/2014/main" id="{CB43301C-AFCA-4AB1-AE18-240C38FD95F1}"/>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22" name="群組 821">
                  <a:extLst>
                    <a:ext uri="{FF2B5EF4-FFF2-40B4-BE49-F238E27FC236}">
                      <a16:creationId xmlns:a16="http://schemas.microsoft.com/office/drawing/2014/main" id="{B2339B0E-B12E-4832-8DFA-8956ED6AB776}"/>
                    </a:ext>
                  </a:extLst>
                </p:cNvPr>
                <p:cNvGrpSpPr/>
                <p:nvPr/>
              </p:nvGrpSpPr>
              <p:grpSpPr>
                <a:xfrm>
                  <a:off x="8533224" y="3739173"/>
                  <a:ext cx="743408" cy="120328"/>
                  <a:chOff x="8516554" y="2443773"/>
                  <a:chExt cx="743408" cy="120328"/>
                </a:xfrm>
              </p:grpSpPr>
              <p:sp>
                <p:nvSpPr>
                  <p:cNvPr id="833" name="矩形 832">
                    <a:extLst>
                      <a:ext uri="{FF2B5EF4-FFF2-40B4-BE49-F238E27FC236}">
                        <a16:creationId xmlns:a16="http://schemas.microsoft.com/office/drawing/2014/main" id="{2223C981-CF21-430F-9037-D4F3502D469A}"/>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34" name="直線接點 833">
                    <a:extLst>
                      <a:ext uri="{FF2B5EF4-FFF2-40B4-BE49-F238E27FC236}">
                        <a16:creationId xmlns:a16="http://schemas.microsoft.com/office/drawing/2014/main" id="{CDC7CFCC-6687-466B-9DDC-C96D4A6EFC18}"/>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35" name="矩形 834">
                    <a:extLst>
                      <a:ext uri="{FF2B5EF4-FFF2-40B4-BE49-F238E27FC236}">
                        <a16:creationId xmlns:a16="http://schemas.microsoft.com/office/drawing/2014/main" id="{7D232907-68DB-4FFB-A599-F594D51FD3B2}"/>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36" name="直線接點 835">
                    <a:extLst>
                      <a:ext uri="{FF2B5EF4-FFF2-40B4-BE49-F238E27FC236}">
                        <a16:creationId xmlns:a16="http://schemas.microsoft.com/office/drawing/2014/main" id="{847619C6-FEF8-4F23-9C17-628C666F2795}"/>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23" name="群組 822">
                  <a:extLst>
                    <a:ext uri="{FF2B5EF4-FFF2-40B4-BE49-F238E27FC236}">
                      <a16:creationId xmlns:a16="http://schemas.microsoft.com/office/drawing/2014/main" id="{0AE82444-3BA8-4D32-B31F-A15E542B8DE7}"/>
                    </a:ext>
                  </a:extLst>
                </p:cNvPr>
                <p:cNvGrpSpPr/>
                <p:nvPr/>
              </p:nvGrpSpPr>
              <p:grpSpPr>
                <a:xfrm>
                  <a:off x="8533225" y="3884429"/>
                  <a:ext cx="743408" cy="120328"/>
                  <a:chOff x="8516554" y="2443773"/>
                  <a:chExt cx="743408" cy="120328"/>
                </a:xfrm>
              </p:grpSpPr>
              <p:sp>
                <p:nvSpPr>
                  <p:cNvPr id="829" name="矩形 828">
                    <a:extLst>
                      <a:ext uri="{FF2B5EF4-FFF2-40B4-BE49-F238E27FC236}">
                        <a16:creationId xmlns:a16="http://schemas.microsoft.com/office/drawing/2014/main" id="{0D764226-F063-4F5D-9AFD-28B9CDA672A2}"/>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30" name="直線接點 829">
                    <a:extLst>
                      <a:ext uri="{FF2B5EF4-FFF2-40B4-BE49-F238E27FC236}">
                        <a16:creationId xmlns:a16="http://schemas.microsoft.com/office/drawing/2014/main" id="{F779D054-696C-4243-A087-D880982D1D53}"/>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31" name="矩形 830">
                    <a:extLst>
                      <a:ext uri="{FF2B5EF4-FFF2-40B4-BE49-F238E27FC236}">
                        <a16:creationId xmlns:a16="http://schemas.microsoft.com/office/drawing/2014/main" id="{3BC5FBCB-6477-4C9D-9491-B70C673AE242}"/>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32" name="直線接點 831">
                    <a:extLst>
                      <a:ext uri="{FF2B5EF4-FFF2-40B4-BE49-F238E27FC236}">
                        <a16:creationId xmlns:a16="http://schemas.microsoft.com/office/drawing/2014/main" id="{4D345B3F-228B-47B8-A629-941123929469}"/>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nvGrpSpPr>
                <p:cNvPr id="824" name="群組 823">
                  <a:extLst>
                    <a:ext uri="{FF2B5EF4-FFF2-40B4-BE49-F238E27FC236}">
                      <a16:creationId xmlns:a16="http://schemas.microsoft.com/office/drawing/2014/main" id="{03ABEA1C-E7F8-41C0-8A08-5E5C1BBB912E}"/>
                    </a:ext>
                  </a:extLst>
                </p:cNvPr>
                <p:cNvGrpSpPr/>
                <p:nvPr/>
              </p:nvGrpSpPr>
              <p:grpSpPr>
                <a:xfrm>
                  <a:off x="8535606" y="4027304"/>
                  <a:ext cx="743408" cy="120328"/>
                  <a:chOff x="8516554" y="2443773"/>
                  <a:chExt cx="743408" cy="120328"/>
                </a:xfrm>
              </p:grpSpPr>
              <p:sp>
                <p:nvSpPr>
                  <p:cNvPr id="825" name="矩形 824">
                    <a:extLst>
                      <a:ext uri="{FF2B5EF4-FFF2-40B4-BE49-F238E27FC236}">
                        <a16:creationId xmlns:a16="http://schemas.microsoft.com/office/drawing/2014/main" id="{C236FFAC-43A5-4044-9F61-4726F9611021}"/>
                      </a:ext>
                    </a:extLst>
                  </p:cNvPr>
                  <p:cNvSpPr/>
                  <p:nvPr/>
                </p:nvSpPr>
                <p:spPr>
                  <a:xfrm>
                    <a:off x="8516554" y="2443773"/>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26" name="直線接點 825">
                    <a:extLst>
                      <a:ext uri="{FF2B5EF4-FFF2-40B4-BE49-F238E27FC236}">
                        <a16:creationId xmlns:a16="http://schemas.microsoft.com/office/drawing/2014/main" id="{22D534CC-EA1E-4668-953B-ADABF7FBC106}"/>
                      </a:ext>
                    </a:extLst>
                  </p:cNvPr>
                  <p:cNvCxnSpPr/>
                  <p:nvPr/>
                </p:nvCxnSpPr>
                <p:spPr>
                  <a:xfrm>
                    <a:off x="8898798" y="2493485"/>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827" name="矩形 826">
                    <a:extLst>
                      <a:ext uri="{FF2B5EF4-FFF2-40B4-BE49-F238E27FC236}">
                        <a16:creationId xmlns:a16="http://schemas.microsoft.com/office/drawing/2014/main" id="{7C5E7141-953B-4F1E-A13D-46134F13AFC0}"/>
                      </a:ext>
                    </a:extLst>
                  </p:cNvPr>
                  <p:cNvSpPr/>
                  <p:nvPr/>
                </p:nvSpPr>
                <p:spPr>
                  <a:xfrm rot="10800000">
                    <a:off x="8875701" y="2510101"/>
                    <a:ext cx="384261" cy="54000"/>
                  </a:xfrm>
                  <a:prstGeom prst="rect">
                    <a:avLst/>
                  </a:prstGeom>
                  <a:solidFill>
                    <a:schemeClr val="accent4">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828" name="直線接點 827">
                    <a:extLst>
                      <a:ext uri="{FF2B5EF4-FFF2-40B4-BE49-F238E27FC236}">
                        <a16:creationId xmlns:a16="http://schemas.microsoft.com/office/drawing/2014/main" id="{DB2910AA-9AFD-440B-A504-1CA94F33F117}"/>
                      </a:ext>
                    </a:extLst>
                  </p:cNvPr>
                  <p:cNvCxnSpPr/>
                  <p:nvPr/>
                </p:nvCxnSpPr>
                <p:spPr>
                  <a:xfrm rot="10800000">
                    <a:off x="8517718" y="2514389"/>
                    <a:ext cx="360000" cy="0"/>
                  </a:xfrm>
                  <a:prstGeom prst="line">
                    <a:avLst/>
                  </a:prstGeom>
                  <a:ln>
                    <a:solidFill>
                      <a:schemeClr val="accent4">
                        <a:lumMod val="50000"/>
                        <a:alpha val="70000"/>
                      </a:schemeClr>
                    </a:solidFill>
                  </a:ln>
                </p:spPr>
                <p:style>
                  <a:lnRef idx="1">
                    <a:schemeClr val="accent1"/>
                  </a:lnRef>
                  <a:fillRef idx="0">
                    <a:schemeClr val="accent1"/>
                  </a:fillRef>
                  <a:effectRef idx="0">
                    <a:schemeClr val="accent1"/>
                  </a:effectRef>
                  <a:fontRef idx="minor">
                    <a:schemeClr val="tx1"/>
                  </a:fontRef>
                </p:style>
              </p:cxnSp>
            </p:grpSp>
          </p:grpSp>
          <p:sp>
            <p:nvSpPr>
              <p:cNvPr id="756" name="矩形 755">
                <a:extLst>
                  <a:ext uri="{FF2B5EF4-FFF2-40B4-BE49-F238E27FC236}">
                    <a16:creationId xmlns:a16="http://schemas.microsoft.com/office/drawing/2014/main" id="{BE691417-0EF4-4333-84EC-D2D3CD50CEFB}"/>
                  </a:ext>
                </a:extLst>
              </p:cNvPr>
              <p:cNvSpPr/>
              <p:nvPr/>
            </p:nvSpPr>
            <p:spPr>
              <a:xfrm>
                <a:off x="5461686" y="1853513"/>
                <a:ext cx="1408670" cy="15075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7" name="矩形 756">
                <a:extLst>
                  <a:ext uri="{FF2B5EF4-FFF2-40B4-BE49-F238E27FC236}">
                    <a16:creationId xmlns:a16="http://schemas.microsoft.com/office/drawing/2014/main" id="{7BE1FE3E-6B22-45FB-97A4-767F16C79E2F}"/>
                  </a:ext>
                </a:extLst>
              </p:cNvPr>
              <p:cNvSpPr/>
              <p:nvPr/>
            </p:nvSpPr>
            <p:spPr>
              <a:xfrm>
                <a:off x="6998042" y="1857632"/>
                <a:ext cx="1342769" cy="15075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8" name="矩形 757">
                <a:extLst>
                  <a:ext uri="{FF2B5EF4-FFF2-40B4-BE49-F238E27FC236}">
                    <a16:creationId xmlns:a16="http://schemas.microsoft.com/office/drawing/2014/main" id="{AE353B1F-6991-4BFB-898C-7C5591EA359E}"/>
                  </a:ext>
                </a:extLst>
              </p:cNvPr>
              <p:cNvSpPr/>
              <p:nvPr/>
            </p:nvSpPr>
            <p:spPr>
              <a:xfrm>
                <a:off x="8357286" y="1857632"/>
                <a:ext cx="514865" cy="15075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49" name="文字方塊 748">
              <a:extLst>
                <a:ext uri="{FF2B5EF4-FFF2-40B4-BE49-F238E27FC236}">
                  <a16:creationId xmlns:a16="http://schemas.microsoft.com/office/drawing/2014/main" id="{1B7C1D70-8F54-4915-9704-F4F6FE1CB938}"/>
                </a:ext>
              </a:extLst>
            </p:cNvPr>
            <p:cNvSpPr txBox="1"/>
            <p:nvPr/>
          </p:nvSpPr>
          <p:spPr>
            <a:xfrm>
              <a:off x="2643749" y="5519617"/>
              <a:ext cx="766119" cy="369332"/>
            </a:xfrm>
            <a:prstGeom prst="rect">
              <a:avLst/>
            </a:prstGeom>
            <a:noFill/>
            <a:ln>
              <a:solidFill>
                <a:schemeClr val="tx1"/>
              </a:solidFill>
            </a:ln>
          </p:spPr>
          <p:txBody>
            <a:bodyPr wrap="square" rtlCol="0">
              <a:spAutoFit/>
            </a:bodyPr>
            <a:lstStyle/>
            <a:p>
              <a:r>
                <a:rPr lang="en-US" altLang="zh-TW" dirty="0">
                  <a:latin typeface="Times New Roman" panose="02020603050405020304" pitchFamily="18" charset="0"/>
                  <a:cs typeface="Times New Roman" panose="02020603050405020304" pitchFamily="18" charset="0"/>
                </a:rPr>
                <a:t>SPDC</a:t>
              </a:r>
              <a:endParaRPr lang="zh-TW" altLang="en-US" dirty="0">
                <a:latin typeface="Times New Roman" panose="02020603050405020304" pitchFamily="18" charset="0"/>
                <a:cs typeface="Times New Roman" panose="02020603050405020304" pitchFamily="18" charset="0"/>
              </a:endParaRPr>
            </a:p>
          </p:txBody>
        </p:sp>
        <p:sp>
          <p:nvSpPr>
            <p:cNvPr id="750" name="文字方塊 749">
              <a:extLst>
                <a:ext uri="{FF2B5EF4-FFF2-40B4-BE49-F238E27FC236}">
                  <a16:creationId xmlns:a16="http://schemas.microsoft.com/office/drawing/2014/main" id="{9492E77B-5646-40E0-8119-05E1BF065DB5}"/>
                </a:ext>
              </a:extLst>
            </p:cNvPr>
            <p:cNvSpPr txBox="1"/>
            <p:nvPr/>
          </p:nvSpPr>
          <p:spPr>
            <a:xfrm>
              <a:off x="4016178" y="5509997"/>
              <a:ext cx="1725827" cy="923330"/>
            </a:xfrm>
            <a:prstGeom prst="rect">
              <a:avLst/>
            </a:prstGeom>
            <a:noFill/>
            <a:ln>
              <a:solidFill>
                <a:schemeClr val="tx1"/>
              </a:solidFill>
            </a:ln>
          </p:spPr>
          <p:txBody>
            <a:bodyPr wrap="square" rtlCol="0">
              <a:spAutoFit/>
            </a:bodyPr>
            <a:lstStyle/>
            <a:p>
              <a:r>
                <a:rPr lang="en-US" altLang="zh-TW" dirty="0">
                  <a:latin typeface="Times New Roman" panose="02020603050405020304" pitchFamily="18" charset="0"/>
                  <a:cs typeface="Times New Roman" panose="02020603050405020304" pitchFamily="18" charset="0"/>
                </a:rPr>
                <a:t>Electro-optic Polarization Mode Converter</a:t>
              </a:r>
              <a:endParaRPr lang="zh-TW" altLang="en-US" dirty="0">
                <a:latin typeface="Times New Roman" panose="02020603050405020304" pitchFamily="18" charset="0"/>
                <a:cs typeface="Times New Roman" panose="02020603050405020304" pitchFamily="18" charset="0"/>
              </a:endParaRPr>
            </a:p>
          </p:txBody>
        </p:sp>
        <p:sp>
          <p:nvSpPr>
            <p:cNvPr id="751" name="文字方塊 750">
              <a:extLst>
                <a:ext uri="{FF2B5EF4-FFF2-40B4-BE49-F238E27FC236}">
                  <a16:creationId xmlns:a16="http://schemas.microsoft.com/office/drawing/2014/main" id="{A34A569F-B443-4A05-9E94-120B8ABECA26}"/>
                </a:ext>
              </a:extLst>
            </p:cNvPr>
            <p:cNvSpPr txBox="1"/>
            <p:nvPr/>
          </p:nvSpPr>
          <p:spPr>
            <a:xfrm>
              <a:off x="5976445" y="5513342"/>
              <a:ext cx="1589903" cy="923330"/>
            </a:xfrm>
            <a:prstGeom prst="rect">
              <a:avLst/>
            </a:prstGeom>
            <a:noFill/>
            <a:ln>
              <a:solidFill>
                <a:schemeClr val="tx1"/>
              </a:solidFill>
            </a:ln>
          </p:spPr>
          <p:txBody>
            <a:bodyPr wrap="square" rtlCol="0">
              <a:spAutoFit/>
            </a:bodyPr>
            <a:lstStyle/>
            <a:p>
              <a:r>
                <a:rPr lang="en-US" altLang="zh-TW" dirty="0">
                  <a:latin typeface="Times New Roman" panose="02020603050405020304" pitchFamily="18" charset="0"/>
                  <a:cs typeface="Times New Roman" panose="02020603050405020304" pitchFamily="18" charset="0"/>
                </a:rPr>
                <a:t>Time compensation</a:t>
              </a:r>
            </a:p>
            <a:p>
              <a:r>
                <a:rPr lang="en-US" altLang="zh-TW" dirty="0">
                  <a:latin typeface="Times New Roman" panose="02020603050405020304" pitchFamily="18" charset="0"/>
                  <a:cs typeface="Times New Roman" panose="02020603050405020304" pitchFamily="18" charset="0"/>
                </a:rPr>
                <a:t>part</a:t>
              </a:r>
              <a:endParaRPr lang="zh-TW" altLang="en-US" dirty="0">
                <a:latin typeface="Times New Roman" panose="02020603050405020304" pitchFamily="18" charset="0"/>
                <a:cs typeface="Times New Roman" panose="02020603050405020304" pitchFamily="18" charset="0"/>
              </a:endParaRPr>
            </a:p>
          </p:txBody>
        </p:sp>
        <p:cxnSp>
          <p:nvCxnSpPr>
            <p:cNvPr id="752" name="接點: 肘形 751">
              <a:extLst>
                <a:ext uri="{FF2B5EF4-FFF2-40B4-BE49-F238E27FC236}">
                  <a16:creationId xmlns:a16="http://schemas.microsoft.com/office/drawing/2014/main" id="{B97F03AC-AE0E-49CE-B171-5774FFA6CB6C}"/>
                </a:ext>
              </a:extLst>
            </p:cNvPr>
            <p:cNvCxnSpPr>
              <a:cxnSpLocks/>
              <a:stCxn id="756" idx="2"/>
              <a:endCxn id="749" idx="0"/>
            </p:cNvCxnSpPr>
            <p:nvPr/>
          </p:nvCxnSpPr>
          <p:spPr>
            <a:xfrm rot="16200000" flipH="1">
              <a:off x="2547012" y="5039819"/>
              <a:ext cx="835675" cy="123919"/>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3" name="接點: 肘形 752">
              <a:extLst>
                <a:ext uri="{FF2B5EF4-FFF2-40B4-BE49-F238E27FC236}">
                  <a16:creationId xmlns:a16="http://schemas.microsoft.com/office/drawing/2014/main" id="{870EC634-CBDB-4F82-8187-45CD7B2E7A93}"/>
                </a:ext>
              </a:extLst>
            </p:cNvPr>
            <p:cNvCxnSpPr>
              <a:cxnSpLocks/>
              <a:stCxn id="757" idx="2"/>
              <a:endCxn id="750" idx="0"/>
            </p:cNvCxnSpPr>
            <p:nvPr/>
          </p:nvCxnSpPr>
          <p:spPr>
            <a:xfrm rot="5400000">
              <a:off x="4543132" y="5025527"/>
              <a:ext cx="820431" cy="148509"/>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4" name="接點: 肘形 753">
              <a:extLst>
                <a:ext uri="{FF2B5EF4-FFF2-40B4-BE49-F238E27FC236}">
                  <a16:creationId xmlns:a16="http://schemas.microsoft.com/office/drawing/2014/main" id="{965F9CAA-88B8-496F-88AA-51D738DCDBD8}"/>
                </a:ext>
              </a:extLst>
            </p:cNvPr>
            <p:cNvCxnSpPr>
              <a:cxnSpLocks/>
              <a:stCxn id="758" idx="2"/>
              <a:endCxn id="751" idx="0"/>
            </p:cNvCxnSpPr>
            <p:nvPr/>
          </p:nvCxnSpPr>
          <p:spPr>
            <a:xfrm rot="16200000" flipH="1">
              <a:off x="6155585" y="4897530"/>
              <a:ext cx="823776" cy="407847"/>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60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nodeType="afterEffect">
                                  <p:stCondLst>
                                    <p:cond delay="0"/>
                                  </p:stCondLst>
                                  <p:childTnLst>
                                    <p:set>
                                      <p:cBhvr>
                                        <p:cTn id="9" dur="1" fill="hold">
                                          <p:stCondLst>
                                            <p:cond delay="0"/>
                                          </p:stCondLst>
                                        </p:cTn>
                                        <p:tgtEl>
                                          <p:spTgt spid="7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AD03F2-0F0D-4BEE-81A0-2E04242FE88F}"/>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Future Work</a:t>
            </a:r>
            <a:endParaRPr lang="zh-TW" altLang="en-US" b="1" dirty="0"/>
          </a:p>
        </p:txBody>
      </p:sp>
      <p:pic>
        <p:nvPicPr>
          <p:cNvPr id="4" name="圖片 3">
            <a:extLst>
              <a:ext uri="{FF2B5EF4-FFF2-40B4-BE49-F238E27FC236}">
                <a16:creationId xmlns:a16="http://schemas.microsoft.com/office/drawing/2014/main" id="{D6A505E0-3F6A-4B6F-A982-C34502C9A2A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sp>
        <p:nvSpPr>
          <p:cNvPr id="5" name="內容版面配置區 2">
            <a:extLst>
              <a:ext uri="{FF2B5EF4-FFF2-40B4-BE49-F238E27FC236}">
                <a16:creationId xmlns:a16="http://schemas.microsoft.com/office/drawing/2014/main" id="{518307E0-3235-45EE-9BB6-66C06967B9A1}"/>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Electro-optic Polarization Mode Converter (EOPMC)</a:t>
            </a:r>
            <a:endParaRPr lang="zh-TW" altLang="en-US"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65ED1600-5C22-44B7-96D9-7B43367BA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2543" y="1914286"/>
            <a:ext cx="5152807" cy="2224800"/>
          </a:xfrm>
          <a:prstGeom prst="rect">
            <a:avLst/>
          </a:prstGeom>
        </p:spPr>
      </p:pic>
      <p:sp>
        <p:nvSpPr>
          <p:cNvPr id="10" name="文字方塊 9">
            <a:extLst>
              <a:ext uri="{FF2B5EF4-FFF2-40B4-BE49-F238E27FC236}">
                <a16:creationId xmlns:a16="http://schemas.microsoft.com/office/drawing/2014/main" id="{0F632559-E60F-4B23-B916-86DE3C63090A}"/>
              </a:ext>
            </a:extLst>
          </p:cNvPr>
          <p:cNvSpPr txBox="1"/>
          <p:nvPr/>
        </p:nvSpPr>
        <p:spPr>
          <a:xfrm>
            <a:off x="3437511" y="4139086"/>
            <a:ext cx="5002869" cy="400110"/>
          </a:xfrm>
          <a:prstGeom prst="rect">
            <a:avLst/>
          </a:prstGeom>
          <a:noFill/>
        </p:spPr>
        <p:txBody>
          <a:bodyPr wrap="square" rtlCol="0">
            <a:spAutoFit/>
          </a:bodyPr>
          <a:lstStyle/>
          <a:p>
            <a:r>
              <a:rPr lang="en-US" altLang="zh-TW" sz="1000" dirty="0">
                <a:latin typeface="Times New Roman" panose="02020603050405020304" pitchFamily="18" charset="0"/>
                <a:cs typeface="Times New Roman" panose="02020603050405020304" pitchFamily="18" charset="0"/>
              </a:rPr>
              <a:t>Searcy, P., et al., Proceedings of SPIE - The International Society for Optical Engineering, 2010. </a:t>
            </a:r>
            <a:r>
              <a:rPr lang="en-US" altLang="zh-TW" sz="1000" b="1" dirty="0">
                <a:latin typeface="Times New Roman" panose="02020603050405020304" pitchFamily="18" charset="0"/>
                <a:cs typeface="Times New Roman" panose="02020603050405020304" pitchFamily="18" charset="0"/>
              </a:rPr>
              <a:t>7672</a:t>
            </a:r>
            <a:endParaRPr lang="zh-TW" altLang="en-US" sz="1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1412B58-A928-46F6-9169-F37E5950B382}"/>
                  </a:ext>
                </a:extLst>
              </p:cNvPr>
              <p:cNvSpPr/>
              <p:nvPr/>
            </p:nvSpPr>
            <p:spPr>
              <a:xfrm>
                <a:off x="628650" y="2955685"/>
                <a:ext cx="2277803" cy="17204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1">
                              <a:latin typeface="Cambria Math" panose="02040503050406030204" pitchFamily="18" charset="0"/>
                            </a:rPr>
                            <m:t>𝑖𝑗</m:t>
                          </m:r>
                        </m:sub>
                      </m:sSub>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eqArr>
                            <m:eqArrPr>
                              <m:ctrlPr>
                                <a:rPr lang="zh-TW" altLang="en-US" i="1">
                                  <a:latin typeface="Cambria Math" panose="02040503050406030204" pitchFamily="18" charset="0"/>
                                </a:rPr>
                              </m:ctrlPr>
                            </m:eqArrPr>
                            <m:e>
                              <m:r>
                                <a:rPr lang="zh-TW" altLang="en-US" i="0">
                                  <a:latin typeface="Cambria Math" panose="02040503050406030204" pitchFamily="18" charset="0"/>
                                </a:rPr>
                                <m:t>&amp;</m:t>
                              </m:r>
                              <m:m>
                                <m:mPr>
                                  <m:plcHide m:val="on"/>
                                  <m:mcs>
                                    <m:mc>
                                      <m:mcPr>
                                        <m:count m:val="3"/>
                                        <m:mcJc m:val="center"/>
                                      </m:mcPr>
                                    </m:mc>
                                  </m:mcs>
                                  <m:ctrlPr>
                                    <a:rPr lang="zh-TW" altLang="en-US" i="1">
                                      <a:latin typeface="Cambria Math" panose="02040503050406030204" pitchFamily="18" charset="0"/>
                                    </a:rPr>
                                  </m:ctrlPr>
                                </m:mPr>
                                <m:mr>
                                  <m:e>
                                    <m:r>
                                      <a:rPr lang="zh-TW" altLang="en-US" i="0">
                                        <a:latin typeface="Cambria Math" panose="02040503050406030204" pitchFamily="18" charset="0"/>
                                      </a:rPr>
                                      <m:t>0</m:t>
                                    </m:r>
                                  </m:e>
                                  <m:e>
                                    <m:sSub>
                                      <m:sSubPr>
                                        <m:ctrlPr>
                                          <a:rPr lang="zh-TW" altLang="en-US" i="1">
                                            <a:latin typeface="Cambria Math" panose="02040503050406030204" pitchFamily="18" charset="0"/>
                                          </a:rPr>
                                        </m:ctrlPr>
                                      </m:sSubPr>
                                      <m:e>
                                        <m:r>
                                          <a:rPr lang="zh-TW" altLang="en-US" i="0">
                                            <a:latin typeface="Cambria Math" panose="02040503050406030204" pitchFamily="18" charset="0"/>
                                          </a:rPr>
                                          <m:t>−</m:t>
                                        </m:r>
                                        <m:r>
                                          <a:rPr lang="zh-TW" altLang="en-US" i="1">
                                            <a:latin typeface="Cambria Math" panose="02040503050406030204" pitchFamily="18" charset="0"/>
                                          </a:rPr>
                                          <m:t>𝑟</m:t>
                                        </m:r>
                                      </m:e>
                                      <m:sub>
                                        <m:r>
                                          <a:rPr lang="zh-TW" altLang="en-US" i="0">
                                            <a:latin typeface="Cambria Math" panose="02040503050406030204" pitchFamily="18" charset="0"/>
                                          </a:rPr>
                                          <m:t>22</m:t>
                                        </m:r>
                                      </m:sub>
                                    </m:sSub>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13</m:t>
                                        </m:r>
                                      </m:sub>
                                    </m:sSub>
                                  </m:e>
                                </m:mr>
                                <m:mr>
                                  <m:e>
                                    <m:r>
                                      <a:rPr lang="zh-TW" altLang="en-US" i="0">
                                        <a:latin typeface="Cambria Math" panose="02040503050406030204" pitchFamily="18" charset="0"/>
                                      </a:rPr>
                                      <m:t>0</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13</m:t>
                                        </m:r>
                                      </m:sub>
                                    </m:sSub>
                                  </m:e>
                                </m:mr>
                                <m:mr>
                                  <m:e>
                                    <m:r>
                                      <a:rPr lang="zh-TW" altLang="en-US" i="0">
                                        <a:latin typeface="Cambria Math" panose="02040503050406030204" pitchFamily="18" charset="0"/>
                                      </a:rPr>
                                      <m:t>0</m:t>
                                    </m:r>
                                  </m:e>
                                  <m:e>
                                    <m:r>
                                      <a:rPr lang="zh-TW" altLang="en-US" i="0">
                                        <a:latin typeface="Cambria Math" panose="02040503050406030204" pitchFamily="18" charset="0"/>
                                      </a:rPr>
                                      <m:t>0</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33</m:t>
                                        </m:r>
                                      </m:sub>
                                    </m:sSub>
                                  </m:e>
                                </m:mr>
                              </m:m>
                            </m:e>
                            <m:e>
                              <m:r>
                                <a:rPr lang="zh-TW" altLang="en-US" i="0">
                                  <a:latin typeface="Cambria Math" panose="02040503050406030204" pitchFamily="18" charset="0"/>
                                </a:rPr>
                                <m:t>&amp;</m:t>
                              </m:r>
                              <m:m>
                                <m:mPr>
                                  <m:plcHide m:val="on"/>
                                  <m:mcs>
                                    <m:mc>
                                      <m:mcPr>
                                        <m:count m:val="3"/>
                                        <m:mcJc m:val="center"/>
                                      </m:mcPr>
                                    </m:mc>
                                  </m:mcs>
                                  <m:ctrlPr>
                                    <a:rPr lang="zh-TW" altLang="en-US" i="1">
                                      <a:latin typeface="Cambria Math" panose="02040503050406030204" pitchFamily="18" charset="0"/>
                                    </a:rPr>
                                  </m:ctrlPr>
                                </m:mPr>
                                <m:mr>
                                  <m:e>
                                    <m:r>
                                      <a:rPr lang="zh-TW" altLang="en-US" i="0">
                                        <a:latin typeface="Cambria Math" panose="02040503050406030204" pitchFamily="18" charset="0"/>
                                      </a:rPr>
                                      <m:t>0</m:t>
                                    </m:r>
                                  </m:e>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e>
                                  <m:e>
                                    <m:r>
                                      <a:rPr lang="zh-TW" altLang="en-US" i="0">
                                        <a:latin typeface="Cambria Math" panose="02040503050406030204" pitchFamily="18" charset="0"/>
                                      </a:rPr>
                                      <m:t>0</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e>
                                  <m:e>
                                    <m:r>
                                      <a:rPr lang="zh-TW" altLang="en-US" i="0">
                                        <a:latin typeface="Cambria Math" panose="02040503050406030204" pitchFamily="18" charset="0"/>
                                      </a:rPr>
                                      <m:t>0</m:t>
                                    </m:r>
                                  </m:e>
                                  <m:e>
                                    <m:r>
                                      <a:rPr lang="zh-TW" altLang="en-US" i="0">
                                        <a:latin typeface="Cambria Math" panose="02040503050406030204" pitchFamily="18" charset="0"/>
                                      </a:rPr>
                                      <m:t>0</m:t>
                                    </m:r>
                                  </m:e>
                                </m:mr>
                                <m:mr>
                                  <m:e>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e>
                                  <m:e>
                                    <m:r>
                                      <a:rPr lang="zh-TW" altLang="en-US" i="0">
                                        <a:latin typeface="Cambria Math" panose="02040503050406030204" pitchFamily="18" charset="0"/>
                                      </a:rPr>
                                      <m:t>0</m:t>
                                    </m:r>
                                  </m:e>
                                  <m:e>
                                    <m:r>
                                      <a:rPr lang="zh-TW" altLang="en-US" i="0">
                                        <a:latin typeface="Cambria Math" panose="02040503050406030204" pitchFamily="18" charset="0"/>
                                      </a:rPr>
                                      <m:t>0</m:t>
                                    </m:r>
                                  </m:e>
                                </m:mr>
                              </m:m>
                            </m:e>
                          </m:eqArr>
                        </m:e>
                      </m:d>
                    </m:oMath>
                  </m:oMathPara>
                </a14:m>
                <a:endParaRPr lang="zh-TW" altLang="en-US" dirty="0"/>
              </a:p>
            </p:txBody>
          </p:sp>
        </mc:Choice>
        <mc:Fallback xmlns="">
          <p:sp>
            <p:nvSpPr>
              <p:cNvPr id="11" name="矩形 10">
                <a:extLst>
                  <a:ext uri="{FF2B5EF4-FFF2-40B4-BE49-F238E27FC236}">
                    <a16:creationId xmlns:a16="http://schemas.microsoft.com/office/drawing/2014/main" id="{91412B58-A928-46F6-9169-F37E5950B382}"/>
                  </a:ext>
                </a:extLst>
              </p:cNvPr>
              <p:cNvSpPr>
                <a:spLocks noRot="1" noChangeAspect="1" noMove="1" noResize="1" noEditPoints="1" noAdjustHandles="1" noChangeArrowheads="1" noChangeShapeType="1" noTextEdit="1"/>
              </p:cNvSpPr>
              <p:nvPr/>
            </p:nvSpPr>
            <p:spPr>
              <a:xfrm>
                <a:off x="628650" y="2955685"/>
                <a:ext cx="2277803" cy="1720471"/>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7018EFF5-B24D-47A6-B87C-8713D6880244}"/>
                  </a:ext>
                </a:extLst>
              </p:cNvPr>
              <p:cNvSpPr/>
              <p:nvPr/>
            </p:nvSpPr>
            <p:spPr>
              <a:xfrm>
                <a:off x="628650" y="5623418"/>
                <a:ext cx="6008914" cy="720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TW" altLang="en-US" i="1">
                              <a:latin typeface="Cambria Math" panose="02040503050406030204" pitchFamily="18" charset="0"/>
                            </a:rPr>
                          </m:ctrlPr>
                        </m:sSupPr>
                        <m:e>
                          <m:r>
                            <a:rPr lang="zh-TW" altLang="en-US" i="1">
                              <a:latin typeface="Cambria Math" panose="02040503050406030204" pitchFamily="18" charset="0"/>
                            </a:rPr>
                            <m:t>𝑥</m:t>
                          </m:r>
                        </m:e>
                        <m:sup>
                          <m:r>
                            <a:rPr lang="zh-TW" altLang="en-US" i="0">
                              <a:latin typeface="Cambria Math" panose="02040503050406030204" pitchFamily="18" charset="0"/>
                            </a:rPr>
                            <m:t>2</m:t>
                          </m:r>
                        </m:sup>
                      </m:sSup>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𝑛</m:t>
                                  </m:r>
                                </m:e>
                                <m:sub>
                                  <m:r>
                                    <a:rPr lang="zh-TW" altLang="en-US" i="1">
                                      <a:latin typeface="Cambria Math" panose="02040503050406030204" pitchFamily="18" charset="0"/>
                                    </a:rPr>
                                    <m:t>𝑜</m:t>
                                  </m:r>
                                </m:sub>
                                <m:sup>
                                  <m:r>
                                    <a:rPr lang="zh-TW" altLang="en-US" i="0">
                                      <a:latin typeface="Cambria Math" panose="02040503050406030204" pitchFamily="18" charset="0"/>
                                    </a:rPr>
                                    <m:t>2</m:t>
                                  </m:r>
                                </m:sup>
                              </m:sSubSup>
                            </m:den>
                          </m:f>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d>
                      <m:r>
                        <a:rPr lang="zh-TW" altLang="en-US" i="0">
                          <a:latin typeface="Cambria Math" panose="02040503050406030204" pitchFamily="18" charset="0"/>
                        </a:rPr>
                        <m:t>+</m:t>
                      </m:r>
                      <m:sSup>
                        <m:sSupPr>
                          <m:ctrlPr>
                            <a:rPr lang="zh-TW" altLang="en-US" i="1">
                              <a:latin typeface="Cambria Math" panose="02040503050406030204" pitchFamily="18" charset="0"/>
                            </a:rPr>
                          </m:ctrlPr>
                        </m:sSupPr>
                        <m:e>
                          <m:r>
                            <a:rPr lang="zh-TW" altLang="en-US" i="1">
                              <a:latin typeface="Cambria Math" panose="02040503050406030204" pitchFamily="18" charset="0"/>
                            </a:rPr>
                            <m:t>𝑦</m:t>
                          </m:r>
                        </m:e>
                        <m:sup>
                          <m:r>
                            <a:rPr lang="zh-TW" altLang="en-US" i="0">
                              <a:latin typeface="Cambria Math" panose="02040503050406030204" pitchFamily="18" charset="0"/>
                            </a:rPr>
                            <m:t>2</m:t>
                          </m:r>
                        </m:sup>
                      </m:sSup>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𝑛</m:t>
                                  </m:r>
                                </m:e>
                                <m:sub>
                                  <m:r>
                                    <a:rPr lang="zh-TW" altLang="en-US" i="1">
                                      <a:latin typeface="Cambria Math" panose="02040503050406030204" pitchFamily="18" charset="0"/>
                                    </a:rPr>
                                    <m:t>𝑜</m:t>
                                  </m:r>
                                </m:sub>
                                <m:sup>
                                  <m:r>
                                    <a:rPr lang="zh-TW" altLang="en-US" i="0">
                                      <a:latin typeface="Cambria Math" panose="02040503050406030204" pitchFamily="18" charset="0"/>
                                    </a:rPr>
                                    <m:t>2</m:t>
                                  </m:r>
                                </m:sup>
                              </m:sSubSup>
                            </m:den>
                          </m:f>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d>
                      <m:r>
                        <a:rPr lang="zh-TW" altLang="en-US" i="0">
                          <a:latin typeface="Cambria Math" panose="02040503050406030204" pitchFamily="18" charset="0"/>
                        </a:rPr>
                        <m:t>+</m:t>
                      </m:r>
                      <m:f>
                        <m:fPr>
                          <m:ctrlPr>
                            <a:rPr lang="zh-TW" altLang="en-US" i="1">
                              <a:latin typeface="Cambria Math" panose="02040503050406030204" pitchFamily="18" charset="0"/>
                            </a:rPr>
                          </m:ctrlPr>
                        </m:fPr>
                        <m:num>
                          <m:sSup>
                            <m:sSupPr>
                              <m:ctrlPr>
                                <a:rPr lang="zh-TW" altLang="en-US" i="1">
                                  <a:latin typeface="Cambria Math" panose="02040503050406030204" pitchFamily="18" charset="0"/>
                                </a:rPr>
                              </m:ctrlPr>
                            </m:sSupPr>
                            <m:e>
                              <m:r>
                                <a:rPr lang="zh-TW" altLang="en-US" i="1">
                                  <a:latin typeface="Cambria Math" panose="02040503050406030204" pitchFamily="18" charset="0"/>
                                </a:rPr>
                                <m:t>𝑧</m:t>
                              </m:r>
                            </m:e>
                            <m:sup>
                              <m:r>
                                <a:rPr lang="zh-TW" altLang="en-US" i="0">
                                  <a:latin typeface="Cambria Math" panose="02040503050406030204" pitchFamily="18" charset="0"/>
                                </a:rPr>
                                <m:t>2</m:t>
                              </m:r>
                            </m:sup>
                          </m:sSup>
                        </m:num>
                        <m:den>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𝑛</m:t>
                              </m:r>
                            </m:e>
                            <m:sub>
                              <m:r>
                                <a:rPr lang="zh-TW" altLang="en-US" i="1">
                                  <a:latin typeface="Cambria Math" panose="02040503050406030204" pitchFamily="18" charset="0"/>
                                </a:rPr>
                                <m:t>𝑒</m:t>
                              </m:r>
                            </m:sub>
                            <m:sup>
                              <m:r>
                                <a:rPr lang="zh-TW" altLang="en-US" i="0">
                                  <a:latin typeface="Cambria Math" panose="02040503050406030204" pitchFamily="18" charset="0"/>
                                </a:rPr>
                                <m:t>2</m:t>
                              </m:r>
                            </m:sup>
                          </m:sSubSup>
                        </m:den>
                      </m:f>
                      <m:r>
                        <a:rPr lang="zh-TW" altLang="en-US" i="0">
                          <a:latin typeface="Cambria Math" panose="02040503050406030204" pitchFamily="18" charset="0"/>
                        </a:rPr>
                        <m:t>+2</m:t>
                      </m:r>
                      <m:r>
                        <m:rPr>
                          <m:sty m:val="p"/>
                        </m:rPr>
                        <a:rPr lang="zh-TW" altLang="en-US" i="0">
                          <a:latin typeface="Cambria Math" panose="02040503050406030204" pitchFamily="18" charset="0"/>
                        </a:rPr>
                        <m:t>yz</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r>
                        <a:rPr lang="zh-TW" altLang="en-US" i="0">
                          <a:latin typeface="Cambria Math" panose="02040503050406030204" pitchFamily="18" charset="0"/>
                        </a:rPr>
                        <m:t>=1</m:t>
                      </m:r>
                    </m:oMath>
                  </m:oMathPara>
                </a14:m>
                <a:endParaRPr lang="zh-TW" altLang="en-US" dirty="0"/>
              </a:p>
            </p:txBody>
          </p:sp>
        </mc:Choice>
        <mc:Fallback xmlns="">
          <p:sp>
            <p:nvSpPr>
              <p:cNvPr id="12" name="矩形 11">
                <a:extLst>
                  <a:ext uri="{FF2B5EF4-FFF2-40B4-BE49-F238E27FC236}">
                    <a16:creationId xmlns:a16="http://schemas.microsoft.com/office/drawing/2014/main" id="{7018EFF5-B24D-47A6-B87C-8713D6880244}"/>
                  </a:ext>
                </a:extLst>
              </p:cNvPr>
              <p:cNvSpPr>
                <a:spLocks noRot="1" noChangeAspect="1" noMove="1" noResize="1" noEditPoints="1" noAdjustHandles="1" noChangeArrowheads="1" noChangeShapeType="1" noTextEdit="1"/>
              </p:cNvSpPr>
              <p:nvPr/>
            </p:nvSpPr>
            <p:spPr>
              <a:xfrm>
                <a:off x="628650" y="5623418"/>
                <a:ext cx="6008914" cy="720325"/>
              </a:xfrm>
              <a:prstGeom prst="rect">
                <a:avLst/>
              </a:prstGeom>
              <a:blipFill>
                <a:blip r:embed="rId5"/>
                <a:stretch>
                  <a:fillRect/>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DF113BB3-3FE8-4182-81C0-31DCB57A5ECD}"/>
              </a:ext>
            </a:extLst>
          </p:cNvPr>
          <p:cNvSpPr txBox="1"/>
          <p:nvPr/>
        </p:nvSpPr>
        <p:spPr>
          <a:xfrm>
            <a:off x="628650" y="2192678"/>
            <a:ext cx="2552646"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Electro-optic coefficient of LiNbO</a:t>
            </a:r>
            <a:r>
              <a:rPr lang="en-US" altLang="zh-TW" baseline="-25000" dirty="0">
                <a:latin typeface="Times New Roman" panose="02020603050405020304" pitchFamily="18" charset="0"/>
                <a:cs typeface="Times New Roman" panose="02020603050405020304" pitchFamily="18" charset="0"/>
              </a:rPr>
              <a:t>3</a:t>
            </a:r>
            <a:endParaRPr lang="zh-TW" altLang="en-US" baseline="-25000" dirty="0">
              <a:latin typeface="Times New Roman" panose="02020603050405020304" pitchFamily="18" charset="0"/>
              <a:cs typeface="Times New Roman" panose="02020603050405020304" pitchFamily="18" charset="0"/>
            </a:endParaRPr>
          </a:p>
        </p:txBody>
      </p:sp>
      <p:sp>
        <p:nvSpPr>
          <p:cNvPr id="14" name="箭號: 向下 13">
            <a:extLst>
              <a:ext uri="{FF2B5EF4-FFF2-40B4-BE49-F238E27FC236}">
                <a16:creationId xmlns:a16="http://schemas.microsoft.com/office/drawing/2014/main" id="{7F26D3BC-362C-4571-AEA1-543CBEEF8B9B}"/>
              </a:ext>
            </a:extLst>
          </p:cNvPr>
          <p:cNvSpPr/>
          <p:nvPr/>
        </p:nvSpPr>
        <p:spPr>
          <a:xfrm>
            <a:off x="1671874" y="4882861"/>
            <a:ext cx="466198" cy="624776"/>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4B3BCB59-69BB-4B99-80D3-9862ACCBE48E}"/>
              </a:ext>
            </a:extLst>
          </p:cNvPr>
          <p:cNvSpPr txBox="1"/>
          <p:nvPr/>
        </p:nvSpPr>
        <p:spPr>
          <a:xfrm>
            <a:off x="2274945" y="4975192"/>
            <a:ext cx="3958046"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applying electric field along Y direction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7479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AD03F2-0F0D-4BEE-81A0-2E04242FE88F}"/>
              </a:ext>
            </a:extLst>
          </p:cNvPr>
          <p:cNvSpPr>
            <a:spLocks noGrp="1"/>
          </p:cNvSpPr>
          <p:nvPr>
            <p:ph type="title"/>
          </p:nvPr>
        </p:nvSpPr>
        <p:spPr/>
        <p:txBody>
          <a:bodyPr>
            <a:normAutofit/>
          </a:bodyPr>
          <a:lstStyle/>
          <a:p>
            <a:r>
              <a:rPr lang="en-US" altLang="zh-TW" b="1" dirty="0">
                <a:latin typeface="Times New Roman" panose="02020603050405020304" pitchFamily="18" charset="0"/>
                <a:cs typeface="Times New Roman" panose="02020603050405020304" pitchFamily="18" charset="0"/>
              </a:rPr>
              <a:t>Future Work</a:t>
            </a:r>
            <a:endParaRPr lang="zh-TW" altLang="en-US" b="1" dirty="0"/>
          </a:p>
        </p:txBody>
      </p:sp>
      <p:pic>
        <p:nvPicPr>
          <p:cNvPr id="4" name="圖片 3">
            <a:extLst>
              <a:ext uri="{FF2B5EF4-FFF2-40B4-BE49-F238E27FC236}">
                <a16:creationId xmlns:a16="http://schemas.microsoft.com/office/drawing/2014/main" id="{D6A505E0-3F6A-4B6F-A982-C34502C9A2A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48534" y="230191"/>
            <a:ext cx="1466816" cy="781178"/>
          </a:xfrm>
          <a:prstGeom prst="rect">
            <a:avLst/>
          </a:prstGeom>
        </p:spPr>
      </p:pic>
      <p:pic>
        <p:nvPicPr>
          <p:cNvPr id="5" name="圖片 4">
            <a:extLst>
              <a:ext uri="{FF2B5EF4-FFF2-40B4-BE49-F238E27FC236}">
                <a16:creationId xmlns:a16="http://schemas.microsoft.com/office/drawing/2014/main" id="{84FAC9A7-681C-4422-88AA-420A4B74017D}"/>
              </a:ext>
            </a:extLst>
          </p:cNvPr>
          <p:cNvPicPr>
            <a:picLocks noChangeAspect="1"/>
          </p:cNvPicPr>
          <p:nvPr/>
        </p:nvPicPr>
        <p:blipFill rotWithShape="1">
          <a:blip r:embed="rId3">
            <a:extLst>
              <a:ext uri="{28A0092B-C50C-407E-A947-70E740481C1C}">
                <a14:useLocalDpi xmlns:a14="http://schemas.microsoft.com/office/drawing/2010/main" val="0"/>
              </a:ext>
            </a:extLst>
          </a:blip>
          <a:srcRect l="6526" t="5375" r="5986"/>
          <a:stretch/>
        </p:blipFill>
        <p:spPr bwMode="auto">
          <a:xfrm>
            <a:off x="493498" y="2310721"/>
            <a:ext cx="8157004" cy="4342727"/>
          </a:xfrm>
          <a:prstGeom prst="rect">
            <a:avLst/>
          </a:prstGeom>
          <a:ln>
            <a:noFill/>
          </a:ln>
          <a:extLst>
            <a:ext uri="{53640926-AAD7-44D8-BBD7-CCE9431645EC}">
              <a14:shadowObscured xmlns:a14="http://schemas.microsoft.com/office/drawing/2010/main"/>
            </a:ext>
          </a:extLst>
        </p:spPr>
      </p:pic>
      <p:sp>
        <p:nvSpPr>
          <p:cNvPr id="8" name="內容版面配置區 2">
            <a:extLst>
              <a:ext uri="{FF2B5EF4-FFF2-40B4-BE49-F238E27FC236}">
                <a16:creationId xmlns:a16="http://schemas.microsoft.com/office/drawing/2014/main" id="{3FCD63F2-513C-4A97-A069-5026AEF01C8A}"/>
              </a:ext>
            </a:extLst>
          </p:cNvPr>
          <p:cNvSpPr txBox="1">
            <a:spLocks/>
          </p:cNvSpPr>
          <p:nvPr/>
        </p:nvSpPr>
        <p:spPr>
          <a:xfrm>
            <a:off x="358346" y="1282401"/>
            <a:ext cx="8157004" cy="568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Electro-optic Polarization Mode Converter (EOPMC)</a:t>
            </a:r>
            <a:endParaRPr lang="zh-TW" altLang="en-US"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9AE67C70-84DF-4B9B-A79A-4E8C94256E06}"/>
              </a:ext>
            </a:extLst>
          </p:cNvPr>
          <p:cNvSpPr txBox="1"/>
          <p:nvPr/>
        </p:nvSpPr>
        <p:spPr>
          <a:xfrm>
            <a:off x="3161211" y="2503832"/>
            <a:ext cx="2050870"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Bandwidth (T&gt;99%) : 1.71 nm</a:t>
            </a:r>
            <a:endParaRPr lang="zh-TW" altLang="en-US"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03D6075C-D7E1-4019-9CCF-952C16C96098}"/>
              </a:ext>
            </a:extLst>
          </p:cNvPr>
          <p:cNvSpPr txBox="1"/>
          <p:nvPr/>
        </p:nvSpPr>
        <p:spPr>
          <a:xfrm>
            <a:off x="6542858" y="2503831"/>
            <a:ext cx="1972492"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Bandwidth (T&gt;99%) : 1.58 nm</a:t>
            </a:r>
            <a:endParaRPr lang="zh-TW" altLang="en-US"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1561B75D-52F6-4638-802A-CD2148844C76}"/>
              </a:ext>
            </a:extLst>
          </p:cNvPr>
          <p:cNvSpPr txBox="1"/>
          <p:nvPr/>
        </p:nvSpPr>
        <p:spPr>
          <a:xfrm>
            <a:off x="3292656" y="1844834"/>
            <a:ext cx="2558687"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Applied voltage = 100V</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160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E5DDE01-9658-46CD-B759-FC39401D9D5E}"/>
              </a:ext>
            </a:extLst>
          </p:cNvPr>
          <p:cNvPicPr>
            <a:picLocks noChangeAspect="1"/>
          </p:cNvPicPr>
          <p:nvPr/>
        </p:nvPicPr>
        <p:blipFill rotWithShape="1">
          <a:blip r:embed="rId2"/>
          <a:srcRect l="16897" t="24700" r="22242" b="9061"/>
          <a:stretch/>
        </p:blipFill>
        <p:spPr>
          <a:xfrm>
            <a:off x="846802" y="1797469"/>
            <a:ext cx="7450395" cy="4558882"/>
          </a:xfrm>
          <a:prstGeom prst="rect">
            <a:avLst/>
          </a:prstGeom>
        </p:spPr>
      </p:pic>
      <p:pic>
        <p:nvPicPr>
          <p:cNvPr id="4" name="圖片 3">
            <a:extLst>
              <a:ext uri="{FF2B5EF4-FFF2-40B4-BE49-F238E27FC236}">
                <a16:creationId xmlns:a16="http://schemas.microsoft.com/office/drawing/2014/main" id="{9DEDA235-1C7F-46B4-BA37-99E3CCAA3CE2}"/>
              </a:ext>
            </a:extLst>
          </p:cNvPr>
          <p:cNvPicPr>
            <a:picLocks noChangeAspect="1"/>
          </p:cNvPicPr>
          <p:nvPr/>
        </p:nvPicPr>
        <p:blipFill>
          <a:blip r:embed="rId3"/>
          <a:stretch>
            <a:fillRect/>
          </a:stretch>
        </p:blipFill>
        <p:spPr>
          <a:xfrm>
            <a:off x="0" y="0"/>
            <a:ext cx="9144000" cy="1695450"/>
          </a:xfrm>
          <a:prstGeom prst="rect">
            <a:avLst/>
          </a:prstGeom>
        </p:spPr>
      </p:pic>
    </p:spTree>
    <p:extLst>
      <p:ext uri="{BB962C8B-B14F-4D97-AF65-F5344CB8AC3E}">
        <p14:creationId xmlns:p14="http://schemas.microsoft.com/office/powerpoint/2010/main" val="3928653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FE4A332-C0EA-46E4-86B2-B4373F15587E}"/>
              </a:ext>
            </a:extLst>
          </p:cNvPr>
          <p:cNvSpPr>
            <a:spLocks noGrp="1"/>
          </p:cNvSpPr>
          <p:nvPr>
            <p:ph type="sldNum" sz="quarter" idx="12"/>
          </p:nvPr>
        </p:nvSpPr>
        <p:spPr/>
        <p:txBody>
          <a:bodyPr/>
          <a:lstStyle/>
          <a:p>
            <a:fld id="{09A51F5D-0E00-425F-A9D9-084622BDD753}" type="slidenum">
              <a:rPr lang="zh-TW" altLang="en-US" smtClean="0"/>
              <a:t>30</a:t>
            </a:fld>
            <a:endParaRPr lang="zh-TW" altLang="en-US"/>
          </a:p>
        </p:txBody>
      </p:sp>
      <p:sp>
        <p:nvSpPr>
          <p:cNvPr id="3" name="文字方塊 2">
            <a:extLst>
              <a:ext uri="{FF2B5EF4-FFF2-40B4-BE49-F238E27FC236}">
                <a16:creationId xmlns:a16="http://schemas.microsoft.com/office/drawing/2014/main" id="{B65947BA-50D7-4AF3-A676-932F726E3197}"/>
              </a:ext>
            </a:extLst>
          </p:cNvPr>
          <p:cNvSpPr txBox="1"/>
          <p:nvPr/>
        </p:nvSpPr>
        <p:spPr>
          <a:xfrm>
            <a:off x="0" y="3013502"/>
            <a:ext cx="9143999" cy="830997"/>
          </a:xfrm>
          <a:prstGeom prst="rect">
            <a:avLst/>
          </a:prstGeom>
          <a:solidFill>
            <a:srgbClr val="FFFFD8">
              <a:alpha val="77000"/>
            </a:srgbClr>
          </a:solidFill>
        </p:spPr>
        <p:txBody>
          <a:bodyPr wrap="square" rtlCol="0">
            <a:spAutoFit/>
          </a:bodyPr>
          <a:lstStyle/>
          <a:p>
            <a:pPr algn="ctr"/>
            <a:r>
              <a:rPr lang="en-US" altLang="zh-TW" sz="4400" b="1" i="1" dirty="0">
                <a:latin typeface="Times New Roman" panose="02020603050405020304" pitchFamily="18" charset="0"/>
                <a:cs typeface="Times New Roman" panose="02020603050405020304" pitchFamily="18" charset="0"/>
              </a:rPr>
              <a:t>Thank you for </a:t>
            </a:r>
            <a:r>
              <a:rPr lang="en-US" altLang="zh-TW" sz="4800" b="1" i="1" dirty="0">
                <a:latin typeface="Times New Roman" panose="02020603050405020304" pitchFamily="18" charset="0"/>
                <a:cs typeface="Times New Roman" panose="02020603050405020304" pitchFamily="18" charset="0"/>
              </a:rPr>
              <a:t>your</a:t>
            </a:r>
            <a:r>
              <a:rPr lang="en-US" altLang="zh-TW" sz="4400" b="1" i="1" dirty="0">
                <a:latin typeface="Times New Roman" panose="02020603050405020304" pitchFamily="18" charset="0"/>
                <a:cs typeface="Times New Roman" panose="02020603050405020304" pitchFamily="18" charset="0"/>
              </a:rPr>
              <a:t> attention!</a:t>
            </a:r>
            <a:endParaRPr lang="zh-TW" altLang="en-US" sz="4400" b="1" i="1"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E1312E46-0352-4BDE-B806-1C65B438304E}"/>
              </a:ext>
            </a:extLst>
          </p:cNvPr>
          <p:cNvSpPr/>
          <p:nvPr/>
        </p:nvSpPr>
        <p:spPr>
          <a:xfrm>
            <a:off x="4252917" y="6344765"/>
            <a:ext cx="4891083" cy="369332"/>
          </a:xfrm>
          <a:prstGeom prst="rect">
            <a:avLst/>
          </a:prstGeom>
          <a:solidFill>
            <a:schemeClr val="accent2"/>
          </a:solidFill>
          <a:ln w="28575">
            <a:solidFill>
              <a:schemeClr val="tx1"/>
            </a:solidFill>
          </a:ln>
        </p:spPr>
        <p:txBody>
          <a:bodyPr wrap="none">
            <a:spAutoFit/>
          </a:bodyPr>
          <a:lstStyle/>
          <a:p>
            <a:r>
              <a:rPr lang="en-US" altLang="zh-TW" i="1" dirty="0">
                <a:solidFill>
                  <a:schemeClr val="bg1"/>
                </a:solidFill>
                <a:latin typeface="Times New Roman" panose="02020603050405020304" pitchFamily="18" charset="0"/>
                <a:cs typeface="Times New Roman" panose="02020603050405020304" pitchFamily="18" charset="0"/>
              </a:rPr>
              <a:t>Nonlinear Integrated Laser Photonics Lab (NILP)</a:t>
            </a:r>
          </a:p>
        </p:txBody>
      </p:sp>
    </p:spTree>
    <p:extLst>
      <p:ext uri="{BB962C8B-B14F-4D97-AF65-F5344CB8AC3E}">
        <p14:creationId xmlns:p14="http://schemas.microsoft.com/office/powerpoint/2010/main" val="3059586459"/>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4167</TotalTime>
  <Words>1163</Words>
  <Application>Microsoft Office PowerPoint</Application>
  <PresentationFormat>如螢幕大小 (4:3)</PresentationFormat>
  <Paragraphs>268</Paragraphs>
  <Slides>30</Slides>
  <Notes>5</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30</vt:i4>
      </vt:variant>
    </vt:vector>
  </HeadingPairs>
  <TitlesOfParts>
    <vt:vector size="39" baseType="lpstr">
      <vt:lpstr>SimSun</vt:lpstr>
      <vt:lpstr>新細明體</vt:lpstr>
      <vt:lpstr>標楷體</vt:lpstr>
      <vt:lpstr>Arial</vt:lpstr>
      <vt:lpstr>Calibri</vt:lpstr>
      <vt:lpstr>Calibri Light</vt:lpstr>
      <vt:lpstr>Cambria Math</vt:lpstr>
      <vt:lpstr>Times New Roman</vt:lpstr>
      <vt:lpstr>Office 佈景主題</vt:lpstr>
      <vt:lpstr>Nonperiodic optical superlattice lithium niobite waveguides for the generation of polarization entanglement</vt:lpstr>
      <vt:lpstr>Outline</vt:lpstr>
      <vt:lpstr>Introduction</vt:lpstr>
      <vt:lpstr>Introduction</vt:lpstr>
      <vt:lpstr>Introduction</vt:lpstr>
      <vt:lpstr>Working Principle</vt:lpstr>
      <vt:lpstr>Working Principle</vt:lpstr>
      <vt:lpstr>Working Principle</vt:lpstr>
      <vt:lpstr>Working Principle</vt:lpstr>
      <vt:lpstr>Simulation</vt:lpstr>
      <vt:lpstr>Simulation</vt:lpstr>
      <vt:lpstr>Fabrication</vt:lpstr>
      <vt:lpstr>Fabrication</vt:lpstr>
      <vt:lpstr>Results</vt:lpstr>
      <vt:lpstr>Results</vt:lpstr>
      <vt:lpstr>Results</vt:lpstr>
      <vt:lpstr>Results</vt:lpstr>
      <vt:lpstr>Results</vt:lpstr>
      <vt:lpstr>Results</vt:lpstr>
      <vt:lpstr>Results</vt:lpstr>
      <vt:lpstr>Results</vt:lpstr>
      <vt:lpstr>Results</vt:lpstr>
      <vt:lpstr>Results</vt:lpstr>
      <vt:lpstr>Results</vt:lpstr>
      <vt:lpstr>Summary</vt:lpstr>
      <vt:lpstr>Future Work</vt:lpstr>
      <vt:lpstr>Future Work</vt:lpstr>
      <vt:lpstr>Future Work</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文銓 蘇</dc:creator>
  <cp:lastModifiedBy>文銓 蘇</cp:lastModifiedBy>
  <cp:revision>219</cp:revision>
  <dcterms:created xsi:type="dcterms:W3CDTF">2019-09-16T08:12:39Z</dcterms:created>
  <dcterms:modified xsi:type="dcterms:W3CDTF">2020-02-25T16:29:10Z</dcterms:modified>
</cp:coreProperties>
</file>